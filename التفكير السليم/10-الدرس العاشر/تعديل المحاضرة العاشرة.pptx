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9" r:id="rId3"/>
    <p:sldId id="297" r:id="rId4"/>
    <p:sldId id="443" r:id="rId5"/>
    <p:sldId id="442" r:id="rId6"/>
    <p:sldId id="444" r:id="rId7"/>
    <p:sldId id="445" r:id="rId8"/>
    <p:sldId id="448" r:id="rId9"/>
    <p:sldId id="456" r:id="rId10"/>
    <p:sldId id="457" r:id="rId11"/>
    <p:sldId id="455" r:id="rId12"/>
    <p:sldId id="458" r:id="rId13"/>
    <p:sldId id="446" r:id="rId14"/>
    <p:sldId id="450" r:id="rId15"/>
    <p:sldId id="447" r:id="rId16"/>
    <p:sldId id="449" r:id="rId17"/>
    <p:sldId id="452" r:id="rId18"/>
    <p:sldId id="451" r:id="rId19"/>
    <p:sldId id="453" r:id="rId20"/>
    <p:sldId id="436" r:id="rId21"/>
    <p:sldId id="454" r:id="rId22"/>
  </p:sldIdLst>
  <p:sldSz cx="12192000" cy="6858000"/>
  <p:notesSz cx="6858000" cy="9144000"/>
  <p:defaultTextStyle>
    <a:defPPr>
      <a:defRPr lang="ar-J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8D4B"/>
    <a:srgbClr val="ED7D31"/>
    <a:srgbClr val="F19E65"/>
    <a:srgbClr val="F5B68B"/>
    <a:srgbClr val="EC7524"/>
    <a:srgbClr val="3BD4E9"/>
    <a:srgbClr val="14A4B8"/>
    <a:srgbClr val="F3A275"/>
    <a:srgbClr val="FAE0CA"/>
    <a:srgbClr val="F7C9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92" d="100"/>
          <a:sy n="92" d="100"/>
        </p:scale>
        <p:origin x="99" y="1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922074-ABC6-4D3B-9809-8C3EC3570DFD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C91182-A64A-46EB-80A3-40FF5960F118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/>
            <a:t>1</a:t>
          </a:r>
        </a:p>
      </dgm:t>
    </dgm:pt>
    <dgm:pt modelId="{2C61C682-73E3-4E3C-A496-FE13D582E8F5}" type="parTrans" cxnId="{75AE486C-6FDE-4D71-ACFD-5C3C3E34A058}">
      <dgm:prSet/>
      <dgm:spPr/>
      <dgm:t>
        <a:bodyPr/>
        <a:lstStyle/>
        <a:p>
          <a:endParaRPr lang="en-US"/>
        </a:p>
      </dgm:t>
    </dgm:pt>
    <dgm:pt modelId="{7607654D-D8A6-4DC0-A4FB-D4C28D5EFDFF}" type="sibTrans" cxnId="{75AE486C-6FDE-4D71-ACFD-5C3C3E34A058}">
      <dgm:prSet/>
      <dgm:spPr/>
      <dgm:t>
        <a:bodyPr/>
        <a:lstStyle/>
        <a:p>
          <a:endParaRPr lang="en-US"/>
        </a:p>
      </dgm:t>
    </dgm:pt>
    <dgm:pt modelId="{9A9E94DE-5CD9-4ECD-9236-158D57B0B0B0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2</a:t>
          </a:r>
        </a:p>
      </dgm:t>
    </dgm:pt>
    <dgm:pt modelId="{3AD8F19B-2ADA-405B-9652-1EBB34D905BF}" type="parTrans" cxnId="{F28FF909-3AC6-4A8F-BA9C-C4BFB98EA7B6}">
      <dgm:prSet/>
      <dgm:spPr/>
      <dgm:t>
        <a:bodyPr/>
        <a:lstStyle/>
        <a:p>
          <a:endParaRPr lang="en-US"/>
        </a:p>
      </dgm:t>
    </dgm:pt>
    <dgm:pt modelId="{98E16F8B-7AE4-460B-BAFC-5EAA63295EFE}" type="sibTrans" cxnId="{F28FF909-3AC6-4A8F-BA9C-C4BFB98EA7B6}">
      <dgm:prSet/>
      <dgm:spPr/>
      <dgm:t>
        <a:bodyPr/>
        <a:lstStyle/>
        <a:p>
          <a:endParaRPr lang="en-US"/>
        </a:p>
      </dgm:t>
    </dgm:pt>
    <dgm:pt modelId="{01B6E834-9818-4572-8CA1-0202E1EF4069}">
      <dgm:prSet phldrT="[Text]"/>
      <dgm:spPr>
        <a:solidFill>
          <a:schemeClr val="accent5"/>
        </a:solidFill>
      </dgm:spPr>
      <dgm:t>
        <a:bodyPr/>
        <a:lstStyle/>
        <a:p>
          <a:r>
            <a:rPr lang="en-US" dirty="0"/>
            <a:t>3</a:t>
          </a:r>
        </a:p>
      </dgm:t>
    </dgm:pt>
    <dgm:pt modelId="{902E61D5-1E1F-4867-947B-80C5A8B72BB1}" type="parTrans" cxnId="{04172E87-7CE1-4D20-B3BF-74C9EDE7D46C}">
      <dgm:prSet/>
      <dgm:spPr/>
      <dgm:t>
        <a:bodyPr/>
        <a:lstStyle/>
        <a:p>
          <a:endParaRPr lang="en-US"/>
        </a:p>
      </dgm:t>
    </dgm:pt>
    <dgm:pt modelId="{EC25D027-0EEB-451A-AA02-2C9951B5FB22}" type="sibTrans" cxnId="{04172E87-7CE1-4D20-B3BF-74C9EDE7D46C}">
      <dgm:prSet/>
      <dgm:spPr/>
      <dgm:t>
        <a:bodyPr/>
        <a:lstStyle/>
        <a:p>
          <a:endParaRPr lang="en-US"/>
        </a:p>
      </dgm:t>
    </dgm:pt>
    <dgm:pt modelId="{F5E9BC09-2AE9-40E4-8FA8-6A4C0C3B1DE6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4</a:t>
          </a:r>
        </a:p>
      </dgm:t>
    </dgm:pt>
    <dgm:pt modelId="{33413E96-C666-48AC-BE0B-DDAADD7D9C24}" type="parTrans" cxnId="{9673DCB5-7539-4997-9240-30353F99BF93}">
      <dgm:prSet/>
      <dgm:spPr/>
      <dgm:t>
        <a:bodyPr/>
        <a:lstStyle/>
        <a:p>
          <a:endParaRPr lang="en-US"/>
        </a:p>
      </dgm:t>
    </dgm:pt>
    <dgm:pt modelId="{5A81B5C0-B38C-4920-AA6D-E68A8D0E6457}" type="sibTrans" cxnId="{9673DCB5-7539-4997-9240-30353F99BF93}">
      <dgm:prSet/>
      <dgm:spPr/>
      <dgm:t>
        <a:bodyPr/>
        <a:lstStyle/>
        <a:p>
          <a:endParaRPr lang="en-US"/>
        </a:p>
      </dgm:t>
    </dgm:pt>
    <dgm:pt modelId="{F2EDB75A-9989-45FE-8E3E-8FEBFFB65CA3}">
      <dgm:prSet phldrT="[Text]"/>
      <dgm:spPr>
        <a:noFill/>
        <a:ln>
          <a:noFill/>
        </a:ln>
      </dgm:spPr>
      <dgm:t>
        <a:bodyPr/>
        <a:lstStyle/>
        <a:p>
          <a:r>
            <a:rPr lang="en-US"/>
            <a:t> </a:t>
          </a:r>
        </a:p>
      </dgm:t>
    </dgm:pt>
    <dgm:pt modelId="{F840EF8A-77AF-48D1-86E2-8AB35BBBBB34}" type="sibTrans" cxnId="{E5095E13-0733-41FA-B54F-18C93949F6CA}">
      <dgm:prSet/>
      <dgm:spPr/>
      <dgm:t>
        <a:bodyPr/>
        <a:lstStyle/>
        <a:p>
          <a:endParaRPr lang="en-US"/>
        </a:p>
      </dgm:t>
    </dgm:pt>
    <dgm:pt modelId="{A761035F-FEEF-4467-9E33-C8B5631BC51B}" type="parTrans" cxnId="{E5095E13-0733-41FA-B54F-18C93949F6CA}">
      <dgm:prSet/>
      <dgm:spPr/>
      <dgm:t>
        <a:bodyPr/>
        <a:lstStyle/>
        <a:p>
          <a:endParaRPr lang="en-US"/>
        </a:p>
      </dgm:t>
    </dgm:pt>
    <dgm:pt modelId="{42F46643-7500-4DE2-B6E4-4E5E5A08B4FD}">
      <dgm:prSet phldrT="[Text]"/>
      <dgm:spPr>
        <a:noFill/>
        <a:ln>
          <a:noFill/>
        </a:ln>
      </dgm:spPr>
      <dgm:t>
        <a:bodyPr/>
        <a:lstStyle/>
        <a:p>
          <a:r>
            <a:rPr lang="en-US"/>
            <a:t> </a:t>
          </a:r>
        </a:p>
      </dgm:t>
    </dgm:pt>
    <dgm:pt modelId="{63AEB667-3766-4C44-A6AD-30D03408DD10}" type="sibTrans" cxnId="{D50FBA3B-682F-4BA3-A1F3-C27AB7E8702D}">
      <dgm:prSet/>
      <dgm:spPr/>
      <dgm:t>
        <a:bodyPr/>
        <a:lstStyle/>
        <a:p>
          <a:endParaRPr lang="en-US"/>
        </a:p>
      </dgm:t>
    </dgm:pt>
    <dgm:pt modelId="{A8A22D08-B275-4B0F-99A1-272E55DB1F3C}" type="parTrans" cxnId="{D50FBA3B-682F-4BA3-A1F3-C27AB7E8702D}">
      <dgm:prSet/>
      <dgm:spPr/>
      <dgm:t>
        <a:bodyPr/>
        <a:lstStyle/>
        <a:p>
          <a:endParaRPr lang="en-US"/>
        </a:p>
      </dgm:t>
    </dgm:pt>
    <dgm:pt modelId="{11CB5D87-D783-4B67-959A-42FC2C105C0F}" type="pres">
      <dgm:prSet presAssocID="{C6922074-ABC6-4D3B-9809-8C3EC3570DFD}" presName="cycle" presStyleCnt="0">
        <dgm:presLayoutVars>
          <dgm:dir/>
          <dgm:resizeHandles val="exact"/>
        </dgm:presLayoutVars>
      </dgm:prSet>
      <dgm:spPr/>
    </dgm:pt>
    <dgm:pt modelId="{7380BD1E-60BD-48C7-A24F-1DA3E019C206}" type="pres">
      <dgm:prSet presAssocID="{42F46643-7500-4DE2-B6E4-4E5E5A08B4FD}" presName="node" presStyleLbl="node1" presStyleIdx="0" presStyleCnt="6">
        <dgm:presLayoutVars>
          <dgm:bulletEnabled val="1"/>
        </dgm:presLayoutVars>
      </dgm:prSet>
      <dgm:spPr/>
    </dgm:pt>
    <dgm:pt modelId="{1B4F0C3E-7D86-4FBF-9D8E-6B087AB94F10}" type="pres">
      <dgm:prSet presAssocID="{42F46643-7500-4DE2-B6E4-4E5E5A08B4FD}" presName="spNode" presStyleCnt="0"/>
      <dgm:spPr/>
    </dgm:pt>
    <dgm:pt modelId="{9D1D1D91-77DA-45CB-B2FB-49824E084832}" type="pres">
      <dgm:prSet presAssocID="{63AEB667-3766-4C44-A6AD-30D03408DD10}" presName="sibTrans" presStyleLbl="sibTrans1D1" presStyleIdx="0" presStyleCnt="6"/>
      <dgm:spPr/>
    </dgm:pt>
    <dgm:pt modelId="{F01AD4E0-5F37-4112-A525-DFC32761C280}" type="pres">
      <dgm:prSet presAssocID="{BFC91182-A64A-46EB-80A3-40FF5960F118}" presName="node" presStyleLbl="node1" presStyleIdx="1" presStyleCnt="6" custScaleX="42702" custScaleY="41704">
        <dgm:presLayoutVars>
          <dgm:bulletEnabled val="1"/>
        </dgm:presLayoutVars>
      </dgm:prSet>
      <dgm:spPr/>
    </dgm:pt>
    <dgm:pt modelId="{DDE76BBD-DE01-4725-AE16-235D08FC4681}" type="pres">
      <dgm:prSet presAssocID="{BFC91182-A64A-46EB-80A3-40FF5960F118}" presName="spNode" presStyleCnt="0"/>
      <dgm:spPr/>
    </dgm:pt>
    <dgm:pt modelId="{29AE50ED-8D84-466D-82CA-C090C36CDA14}" type="pres">
      <dgm:prSet presAssocID="{7607654D-D8A6-4DC0-A4FB-D4C28D5EFDFF}" presName="sibTrans" presStyleLbl="sibTrans1D1" presStyleIdx="1" presStyleCnt="6"/>
      <dgm:spPr/>
    </dgm:pt>
    <dgm:pt modelId="{9A83BF6B-060C-45AB-85A8-79E2A79E50F6}" type="pres">
      <dgm:prSet presAssocID="{9A9E94DE-5CD9-4ECD-9236-158D57B0B0B0}" presName="node" presStyleLbl="node1" presStyleIdx="2" presStyleCnt="6" custScaleX="37092" custScaleY="34341">
        <dgm:presLayoutVars>
          <dgm:bulletEnabled val="1"/>
        </dgm:presLayoutVars>
      </dgm:prSet>
      <dgm:spPr/>
    </dgm:pt>
    <dgm:pt modelId="{4404CECA-B326-4122-8312-7B6EC9E5D97B}" type="pres">
      <dgm:prSet presAssocID="{9A9E94DE-5CD9-4ECD-9236-158D57B0B0B0}" presName="spNode" presStyleCnt="0"/>
      <dgm:spPr/>
    </dgm:pt>
    <dgm:pt modelId="{47E73571-E39A-460F-A14D-B880A565F574}" type="pres">
      <dgm:prSet presAssocID="{98E16F8B-7AE4-460B-BAFC-5EAA63295EFE}" presName="sibTrans" presStyleLbl="sibTrans1D1" presStyleIdx="2" presStyleCnt="6"/>
      <dgm:spPr/>
    </dgm:pt>
    <dgm:pt modelId="{42CF007C-F54C-413E-B029-E650A981C79D}" type="pres">
      <dgm:prSet presAssocID="{F2EDB75A-9989-45FE-8E3E-8FEBFFB65CA3}" presName="node" presStyleLbl="node1" presStyleIdx="3" presStyleCnt="6">
        <dgm:presLayoutVars>
          <dgm:bulletEnabled val="1"/>
        </dgm:presLayoutVars>
      </dgm:prSet>
      <dgm:spPr/>
    </dgm:pt>
    <dgm:pt modelId="{D18851C0-4860-41A2-8C18-4DB266225D67}" type="pres">
      <dgm:prSet presAssocID="{F2EDB75A-9989-45FE-8E3E-8FEBFFB65CA3}" presName="spNode" presStyleCnt="0"/>
      <dgm:spPr/>
    </dgm:pt>
    <dgm:pt modelId="{1BD20CFE-F056-45E5-8CDA-BD55E656CDF9}" type="pres">
      <dgm:prSet presAssocID="{F840EF8A-77AF-48D1-86E2-8AB35BBBBB34}" presName="sibTrans" presStyleLbl="sibTrans1D1" presStyleIdx="3" presStyleCnt="6"/>
      <dgm:spPr/>
    </dgm:pt>
    <dgm:pt modelId="{91E48A08-36FA-47DC-B56A-14AE79BB3540}" type="pres">
      <dgm:prSet presAssocID="{F5E9BC09-2AE9-40E4-8FA8-6A4C0C3B1DE6}" presName="node" presStyleLbl="node1" presStyleIdx="4" presStyleCnt="6" custScaleX="32996" custScaleY="36491">
        <dgm:presLayoutVars>
          <dgm:bulletEnabled val="1"/>
        </dgm:presLayoutVars>
      </dgm:prSet>
      <dgm:spPr/>
    </dgm:pt>
    <dgm:pt modelId="{10B4F044-EF75-4228-966B-7C71B7C93FBA}" type="pres">
      <dgm:prSet presAssocID="{F5E9BC09-2AE9-40E4-8FA8-6A4C0C3B1DE6}" presName="spNode" presStyleCnt="0"/>
      <dgm:spPr/>
    </dgm:pt>
    <dgm:pt modelId="{4B210471-D2F6-45DC-985E-70AC94A57FE5}" type="pres">
      <dgm:prSet presAssocID="{5A81B5C0-B38C-4920-AA6D-E68A8D0E6457}" presName="sibTrans" presStyleLbl="sibTrans1D1" presStyleIdx="4" presStyleCnt="6"/>
      <dgm:spPr/>
    </dgm:pt>
    <dgm:pt modelId="{7ADB90E6-21C2-416C-AB2A-CF96FD9CD160}" type="pres">
      <dgm:prSet presAssocID="{01B6E834-9818-4572-8CA1-0202E1EF4069}" presName="node" presStyleLbl="node1" presStyleIdx="5" presStyleCnt="6" custScaleX="35792" custScaleY="36534">
        <dgm:presLayoutVars>
          <dgm:bulletEnabled val="1"/>
        </dgm:presLayoutVars>
      </dgm:prSet>
      <dgm:spPr/>
    </dgm:pt>
    <dgm:pt modelId="{D769BC6D-5EDD-4006-9340-2D8B301FDC04}" type="pres">
      <dgm:prSet presAssocID="{01B6E834-9818-4572-8CA1-0202E1EF4069}" presName="spNode" presStyleCnt="0"/>
      <dgm:spPr/>
    </dgm:pt>
    <dgm:pt modelId="{C48A8BD3-8167-48E5-A4A5-9CE4AD04D361}" type="pres">
      <dgm:prSet presAssocID="{EC25D027-0EEB-451A-AA02-2C9951B5FB22}" presName="sibTrans" presStyleLbl="sibTrans1D1" presStyleIdx="5" presStyleCnt="6"/>
      <dgm:spPr/>
    </dgm:pt>
  </dgm:ptLst>
  <dgm:cxnLst>
    <dgm:cxn modelId="{F28FF909-3AC6-4A8F-BA9C-C4BFB98EA7B6}" srcId="{C6922074-ABC6-4D3B-9809-8C3EC3570DFD}" destId="{9A9E94DE-5CD9-4ECD-9236-158D57B0B0B0}" srcOrd="2" destOrd="0" parTransId="{3AD8F19B-2ADA-405B-9652-1EBB34D905BF}" sibTransId="{98E16F8B-7AE4-460B-BAFC-5EAA63295EFE}"/>
    <dgm:cxn modelId="{E5095E13-0733-41FA-B54F-18C93949F6CA}" srcId="{C6922074-ABC6-4D3B-9809-8C3EC3570DFD}" destId="{F2EDB75A-9989-45FE-8E3E-8FEBFFB65CA3}" srcOrd="3" destOrd="0" parTransId="{A761035F-FEEF-4467-9E33-C8B5631BC51B}" sibTransId="{F840EF8A-77AF-48D1-86E2-8AB35BBBBB34}"/>
    <dgm:cxn modelId="{E71F1A2C-8B34-47EF-B352-05EA7EEE15CA}" type="presOf" srcId="{01B6E834-9818-4572-8CA1-0202E1EF4069}" destId="{7ADB90E6-21C2-416C-AB2A-CF96FD9CD160}" srcOrd="0" destOrd="0" presId="urn:microsoft.com/office/officeart/2005/8/layout/cycle6"/>
    <dgm:cxn modelId="{D50FBA3B-682F-4BA3-A1F3-C27AB7E8702D}" srcId="{C6922074-ABC6-4D3B-9809-8C3EC3570DFD}" destId="{42F46643-7500-4DE2-B6E4-4E5E5A08B4FD}" srcOrd="0" destOrd="0" parTransId="{A8A22D08-B275-4B0F-99A1-272E55DB1F3C}" sibTransId="{63AEB667-3766-4C44-A6AD-30D03408DD10}"/>
    <dgm:cxn modelId="{88FD975D-E912-4F2C-B70F-C4C97844EA86}" type="presOf" srcId="{F840EF8A-77AF-48D1-86E2-8AB35BBBBB34}" destId="{1BD20CFE-F056-45E5-8CDA-BD55E656CDF9}" srcOrd="0" destOrd="0" presId="urn:microsoft.com/office/officeart/2005/8/layout/cycle6"/>
    <dgm:cxn modelId="{75AE486C-6FDE-4D71-ACFD-5C3C3E34A058}" srcId="{C6922074-ABC6-4D3B-9809-8C3EC3570DFD}" destId="{BFC91182-A64A-46EB-80A3-40FF5960F118}" srcOrd="1" destOrd="0" parTransId="{2C61C682-73E3-4E3C-A496-FE13D582E8F5}" sibTransId="{7607654D-D8A6-4DC0-A4FB-D4C28D5EFDFF}"/>
    <dgm:cxn modelId="{52FC566E-1B63-46E6-B1B1-9887D7664885}" type="presOf" srcId="{7607654D-D8A6-4DC0-A4FB-D4C28D5EFDFF}" destId="{29AE50ED-8D84-466D-82CA-C090C36CDA14}" srcOrd="0" destOrd="0" presId="urn:microsoft.com/office/officeart/2005/8/layout/cycle6"/>
    <dgm:cxn modelId="{C1F1014F-44BB-4DC7-B85D-1E8B63190BD2}" type="presOf" srcId="{9A9E94DE-5CD9-4ECD-9236-158D57B0B0B0}" destId="{9A83BF6B-060C-45AB-85A8-79E2A79E50F6}" srcOrd="0" destOrd="0" presId="urn:microsoft.com/office/officeart/2005/8/layout/cycle6"/>
    <dgm:cxn modelId="{740ED850-C35E-44F9-BBC4-B99F1F4C518A}" type="presOf" srcId="{98E16F8B-7AE4-460B-BAFC-5EAA63295EFE}" destId="{47E73571-E39A-460F-A14D-B880A565F574}" srcOrd="0" destOrd="0" presId="urn:microsoft.com/office/officeart/2005/8/layout/cycle6"/>
    <dgm:cxn modelId="{173D185A-72B5-4314-AF60-C71DCCD6C757}" type="presOf" srcId="{F5E9BC09-2AE9-40E4-8FA8-6A4C0C3B1DE6}" destId="{91E48A08-36FA-47DC-B56A-14AE79BB3540}" srcOrd="0" destOrd="0" presId="urn:microsoft.com/office/officeart/2005/8/layout/cycle6"/>
    <dgm:cxn modelId="{04172E87-7CE1-4D20-B3BF-74C9EDE7D46C}" srcId="{C6922074-ABC6-4D3B-9809-8C3EC3570DFD}" destId="{01B6E834-9818-4572-8CA1-0202E1EF4069}" srcOrd="5" destOrd="0" parTransId="{902E61D5-1E1F-4867-947B-80C5A8B72BB1}" sibTransId="{EC25D027-0EEB-451A-AA02-2C9951B5FB22}"/>
    <dgm:cxn modelId="{A612798D-341A-41A5-8241-02620D753370}" type="presOf" srcId="{F2EDB75A-9989-45FE-8E3E-8FEBFFB65CA3}" destId="{42CF007C-F54C-413E-B029-E650A981C79D}" srcOrd="0" destOrd="0" presId="urn:microsoft.com/office/officeart/2005/8/layout/cycle6"/>
    <dgm:cxn modelId="{2023019A-A1DE-4AC8-8A8A-68A460020334}" type="presOf" srcId="{63AEB667-3766-4C44-A6AD-30D03408DD10}" destId="{9D1D1D91-77DA-45CB-B2FB-49824E084832}" srcOrd="0" destOrd="0" presId="urn:microsoft.com/office/officeart/2005/8/layout/cycle6"/>
    <dgm:cxn modelId="{9362A0B2-727F-4B69-B2FA-27C6D97902F6}" type="presOf" srcId="{5A81B5C0-B38C-4920-AA6D-E68A8D0E6457}" destId="{4B210471-D2F6-45DC-985E-70AC94A57FE5}" srcOrd="0" destOrd="0" presId="urn:microsoft.com/office/officeart/2005/8/layout/cycle6"/>
    <dgm:cxn modelId="{502DDFB4-0E79-4095-BC22-210302AA1FDC}" type="presOf" srcId="{EC25D027-0EEB-451A-AA02-2C9951B5FB22}" destId="{C48A8BD3-8167-48E5-A4A5-9CE4AD04D361}" srcOrd="0" destOrd="0" presId="urn:microsoft.com/office/officeart/2005/8/layout/cycle6"/>
    <dgm:cxn modelId="{9673DCB5-7539-4997-9240-30353F99BF93}" srcId="{C6922074-ABC6-4D3B-9809-8C3EC3570DFD}" destId="{F5E9BC09-2AE9-40E4-8FA8-6A4C0C3B1DE6}" srcOrd="4" destOrd="0" parTransId="{33413E96-C666-48AC-BE0B-DDAADD7D9C24}" sibTransId="{5A81B5C0-B38C-4920-AA6D-E68A8D0E6457}"/>
    <dgm:cxn modelId="{823761C2-9681-4DC0-B736-48FCACBF95AE}" type="presOf" srcId="{C6922074-ABC6-4D3B-9809-8C3EC3570DFD}" destId="{11CB5D87-D783-4B67-959A-42FC2C105C0F}" srcOrd="0" destOrd="0" presId="urn:microsoft.com/office/officeart/2005/8/layout/cycle6"/>
    <dgm:cxn modelId="{6DC9BADB-C278-44A8-96FB-09117DED5D7E}" type="presOf" srcId="{42F46643-7500-4DE2-B6E4-4E5E5A08B4FD}" destId="{7380BD1E-60BD-48C7-A24F-1DA3E019C206}" srcOrd="0" destOrd="0" presId="urn:microsoft.com/office/officeart/2005/8/layout/cycle6"/>
    <dgm:cxn modelId="{C6A8A1F3-D30B-4F80-A144-D5C44AD18BFE}" type="presOf" srcId="{BFC91182-A64A-46EB-80A3-40FF5960F118}" destId="{F01AD4E0-5F37-4112-A525-DFC32761C280}" srcOrd="0" destOrd="0" presId="urn:microsoft.com/office/officeart/2005/8/layout/cycle6"/>
    <dgm:cxn modelId="{C8E4D67B-12B7-4692-B78F-22C5A4081A86}" type="presParOf" srcId="{11CB5D87-D783-4B67-959A-42FC2C105C0F}" destId="{7380BD1E-60BD-48C7-A24F-1DA3E019C206}" srcOrd="0" destOrd="0" presId="urn:microsoft.com/office/officeart/2005/8/layout/cycle6"/>
    <dgm:cxn modelId="{754D5173-EF51-4E14-90F1-728DC4F17B6D}" type="presParOf" srcId="{11CB5D87-D783-4B67-959A-42FC2C105C0F}" destId="{1B4F0C3E-7D86-4FBF-9D8E-6B087AB94F10}" srcOrd="1" destOrd="0" presId="urn:microsoft.com/office/officeart/2005/8/layout/cycle6"/>
    <dgm:cxn modelId="{0C5D38D7-F6C7-431A-8F24-5C8B54996999}" type="presParOf" srcId="{11CB5D87-D783-4B67-959A-42FC2C105C0F}" destId="{9D1D1D91-77DA-45CB-B2FB-49824E084832}" srcOrd="2" destOrd="0" presId="urn:microsoft.com/office/officeart/2005/8/layout/cycle6"/>
    <dgm:cxn modelId="{EC9AC6DC-491F-4B57-B74C-84CC700727C4}" type="presParOf" srcId="{11CB5D87-D783-4B67-959A-42FC2C105C0F}" destId="{F01AD4E0-5F37-4112-A525-DFC32761C280}" srcOrd="3" destOrd="0" presId="urn:microsoft.com/office/officeart/2005/8/layout/cycle6"/>
    <dgm:cxn modelId="{CEED20A2-9BC0-4791-9C31-5BD1DB0623EE}" type="presParOf" srcId="{11CB5D87-D783-4B67-959A-42FC2C105C0F}" destId="{DDE76BBD-DE01-4725-AE16-235D08FC4681}" srcOrd="4" destOrd="0" presId="urn:microsoft.com/office/officeart/2005/8/layout/cycle6"/>
    <dgm:cxn modelId="{AD9B46A6-1FA8-403C-82CC-5C52A7697111}" type="presParOf" srcId="{11CB5D87-D783-4B67-959A-42FC2C105C0F}" destId="{29AE50ED-8D84-466D-82CA-C090C36CDA14}" srcOrd="5" destOrd="0" presId="urn:microsoft.com/office/officeart/2005/8/layout/cycle6"/>
    <dgm:cxn modelId="{765D5E6D-61DD-403C-9E19-D631EA2CAED0}" type="presParOf" srcId="{11CB5D87-D783-4B67-959A-42FC2C105C0F}" destId="{9A83BF6B-060C-45AB-85A8-79E2A79E50F6}" srcOrd="6" destOrd="0" presId="urn:microsoft.com/office/officeart/2005/8/layout/cycle6"/>
    <dgm:cxn modelId="{D12DEA32-96E0-4485-A43C-5DC4CBD7F10F}" type="presParOf" srcId="{11CB5D87-D783-4B67-959A-42FC2C105C0F}" destId="{4404CECA-B326-4122-8312-7B6EC9E5D97B}" srcOrd="7" destOrd="0" presId="urn:microsoft.com/office/officeart/2005/8/layout/cycle6"/>
    <dgm:cxn modelId="{0ABD12DE-13B4-44AD-8555-048898B8EA53}" type="presParOf" srcId="{11CB5D87-D783-4B67-959A-42FC2C105C0F}" destId="{47E73571-E39A-460F-A14D-B880A565F574}" srcOrd="8" destOrd="0" presId="urn:microsoft.com/office/officeart/2005/8/layout/cycle6"/>
    <dgm:cxn modelId="{79AB9978-D59B-43CE-B8A4-44B9C93E5B46}" type="presParOf" srcId="{11CB5D87-D783-4B67-959A-42FC2C105C0F}" destId="{42CF007C-F54C-413E-B029-E650A981C79D}" srcOrd="9" destOrd="0" presId="urn:microsoft.com/office/officeart/2005/8/layout/cycle6"/>
    <dgm:cxn modelId="{AD2AC8B9-36BB-4398-9DE8-02138CDEC5CE}" type="presParOf" srcId="{11CB5D87-D783-4B67-959A-42FC2C105C0F}" destId="{D18851C0-4860-41A2-8C18-4DB266225D67}" srcOrd="10" destOrd="0" presId="urn:microsoft.com/office/officeart/2005/8/layout/cycle6"/>
    <dgm:cxn modelId="{6551F669-7306-4EFA-83E3-320E5974AF56}" type="presParOf" srcId="{11CB5D87-D783-4B67-959A-42FC2C105C0F}" destId="{1BD20CFE-F056-45E5-8CDA-BD55E656CDF9}" srcOrd="11" destOrd="0" presId="urn:microsoft.com/office/officeart/2005/8/layout/cycle6"/>
    <dgm:cxn modelId="{87C7DE2A-03FA-4528-8051-E706629C5A05}" type="presParOf" srcId="{11CB5D87-D783-4B67-959A-42FC2C105C0F}" destId="{91E48A08-36FA-47DC-B56A-14AE79BB3540}" srcOrd="12" destOrd="0" presId="urn:microsoft.com/office/officeart/2005/8/layout/cycle6"/>
    <dgm:cxn modelId="{67C61B4F-E530-44A7-81FB-89A2FC52B1D7}" type="presParOf" srcId="{11CB5D87-D783-4B67-959A-42FC2C105C0F}" destId="{10B4F044-EF75-4228-966B-7C71B7C93FBA}" srcOrd="13" destOrd="0" presId="urn:microsoft.com/office/officeart/2005/8/layout/cycle6"/>
    <dgm:cxn modelId="{792232F8-3F9E-4D8A-A0BE-FA277F832FBD}" type="presParOf" srcId="{11CB5D87-D783-4B67-959A-42FC2C105C0F}" destId="{4B210471-D2F6-45DC-985E-70AC94A57FE5}" srcOrd="14" destOrd="0" presId="urn:microsoft.com/office/officeart/2005/8/layout/cycle6"/>
    <dgm:cxn modelId="{3187061A-8492-47DB-8FD3-EE9B7518D8C6}" type="presParOf" srcId="{11CB5D87-D783-4B67-959A-42FC2C105C0F}" destId="{7ADB90E6-21C2-416C-AB2A-CF96FD9CD160}" srcOrd="15" destOrd="0" presId="urn:microsoft.com/office/officeart/2005/8/layout/cycle6"/>
    <dgm:cxn modelId="{5B906326-D19E-4548-BE3B-E497F18CD53E}" type="presParOf" srcId="{11CB5D87-D783-4B67-959A-42FC2C105C0F}" destId="{D769BC6D-5EDD-4006-9340-2D8B301FDC04}" srcOrd="16" destOrd="0" presId="urn:microsoft.com/office/officeart/2005/8/layout/cycle6"/>
    <dgm:cxn modelId="{5B9368B7-8D8C-4F30-BA92-0C3CAFFE62C5}" type="presParOf" srcId="{11CB5D87-D783-4B67-959A-42FC2C105C0F}" destId="{C48A8BD3-8167-48E5-A4A5-9CE4AD04D361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285CCA-752C-4A33-9B38-F53A70C28977}" type="doc">
      <dgm:prSet loTypeId="urn:microsoft.com/office/officeart/2005/8/layout/equation2" loCatId="process" qsTypeId="urn:microsoft.com/office/officeart/2005/8/quickstyle/simple1" qsCatId="simple" csTypeId="urn:microsoft.com/office/officeart/2005/8/colors/colorful1" csCatId="colorful" phldr="1"/>
      <dgm:spPr/>
    </dgm:pt>
    <dgm:pt modelId="{E324165D-A387-4190-8631-A2336A666955}">
      <dgm:prSet phldrT="[Text]"/>
      <dgm:spPr/>
      <dgm:t>
        <a:bodyPr/>
        <a:lstStyle/>
        <a:p>
          <a:r>
            <a:rPr lang="ar-JO" dirty="0"/>
            <a:t>جسد</a:t>
          </a:r>
          <a:endParaRPr lang="en-US" dirty="0"/>
        </a:p>
      </dgm:t>
    </dgm:pt>
    <dgm:pt modelId="{94EB0C2A-EA7D-4145-B2F2-5BBCD0C38B48}" type="parTrans" cxnId="{76CFA0A2-E8CD-46BC-8409-E7DE56462832}">
      <dgm:prSet/>
      <dgm:spPr/>
      <dgm:t>
        <a:bodyPr/>
        <a:lstStyle/>
        <a:p>
          <a:endParaRPr lang="en-US"/>
        </a:p>
      </dgm:t>
    </dgm:pt>
    <dgm:pt modelId="{633633CC-55FC-4E65-9BAC-1B0FB34A7B90}" type="sibTrans" cxnId="{76CFA0A2-E8CD-46BC-8409-E7DE56462832}">
      <dgm:prSet/>
      <dgm:spPr/>
      <dgm:t>
        <a:bodyPr/>
        <a:lstStyle/>
        <a:p>
          <a:endParaRPr lang="en-US"/>
        </a:p>
      </dgm:t>
    </dgm:pt>
    <dgm:pt modelId="{593EE6B5-FFEF-4BF9-B9F8-DC934408D2D1}">
      <dgm:prSet phldrT="[Text]"/>
      <dgm:spPr/>
      <dgm:t>
        <a:bodyPr/>
        <a:lstStyle/>
        <a:p>
          <a:r>
            <a:rPr lang="ar-JO" dirty="0"/>
            <a:t>روح</a:t>
          </a:r>
          <a:endParaRPr lang="en-US" dirty="0"/>
        </a:p>
      </dgm:t>
    </dgm:pt>
    <dgm:pt modelId="{3ADA79FB-6F33-41F8-BD64-30AFDE559160}" type="parTrans" cxnId="{671B9CF1-EDBE-44B1-A97C-965DFE38FE3C}">
      <dgm:prSet/>
      <dgm:spPr/>
      <dgm:t>
        <a:bodyPr/>
        <a:lstStyle/>
        <a:p>
          <a:endParaRPr lang="en-US"/>
        </a:p>
      </dgm:t>
    </dgm:pt>
    <dgm:pt modelId="{F176AB46-9CC0-4007-8317-73C7796A09DF}" type="sibTrans" cxnId="{671B9CF1-EDBE-44B1-A97C-965DFE38FE3C}">
      <dgm:prSet/>
      <dgm:spPr/>
      <dgm:t>
        <a:bodyPr/>
        <a:lstStyle/>
        <a:p>
          <a:endParaRPr lang="en-US"/>
        </a:p>
      </dgm:t>
    </dgm:pt>
    <dgm:pt modelId="{5928A7C4-4CB1-4B9F-9269-52A145291154}">
      <dgm:prSet phldrT="[Text]"/>
      <dgm:spPr/>
      <dgm:t>
        <a:bodyPr/>
        <a:lstStyle/>
        <a:p>
          <a:r>
            <a:rPr lang="ar-JO" dirty="0"/>
            <a:t>النفس</a:t>
          </a:r>
          <a:endParaRPr lang="en-US" dirty="0"/>
        </a:p>
      </dgm:t>
    </dgm:pt>
    <dgm:pt modelId="{3692C445-F01B-4257-BFDD-85549974D7BF}" type="parTrans" cxnId="{E57AC2B0-8044-4971-8285-D3DF8EDAC0B7}">
      <dgm:prSet/>
      <dgm:spPr/>
      <dgm:t>
        <a:bodyPr/>
        <a:lstStyle/>
        <a:p>
          <a:endParaRPr lang="en-US"/>
        </a:p>
      </dgm:t>
    </dgm:pt>
    <dgm:pt modelId="{F2843900-9BE2-49C6-930C-C293AA1E2B80}" type="sibTrans" cxnId="{E57AC2B0-8044-4971-8285-D3DF8EDAC0B7}">
      <dgm:prSet/>
      <dgm:spPr/>
      <dgm:t>
        <a:bodyPr/>
        <a:lstStyle/>
        <a:p>
          <a:endParaRPr lang="en-US"/>
        </a:p>
      </dgm:t>
    </dgm:pt>
    <dgm:pt modelId="{ED993B64-812A-480B-806E-2B9D9893CD38}" type="pres">
      <dgm:prSet presAssocID="{E5285CCA-752C-4A33-9B38-F53A70C28977}" presName="Name0" presStyleCnt="0">
        <dgm:presLayoutVars>
          <dgm:dir/>
          <dgm:resizeHandles val="exact"/>
        </dgm:presLayoutVars>
      </dgm:prSet>
      <dgm:spPr/>
    </dgm:pt>
    <dgm:pt modelId="{FE6B5AE0-60D3-4206-99C8-97951D931AB8}" type="pres">
      <dgm:prSet presAssocID="{E5285CCA-752C-4A33-9B38-F53A70C28977}" presName="vNodes" presStyleCnt="0"/>
      <dgm:spPr/>
    </dgm:pt>
    <dgm:pt modelId="{C219D390-2096-48D5-967D-795F6975AF9F}" type="pres">
      <dgm:prSet presAssocID="{E324165D-A387-4190-8631-A2336A666955}" presName="node" presStyleLbl="node1" presStyleIdx="0" presStyleCnt="3">
        <dgm:presLayoutVars>
          <dgm:bulletEnabled val="1"/>
        </dgm:presLayoutVars>
      </dgm:prSet>
      <dgm:spPr/>
    </dgm:pt>
    <dgm:pt modelId="{E6A70D04-7BD6-4CB7-BBA8-6A29C7E07C86}" type="pres">
      <dgm:prSet presAssocID="{633633CC-55FC-4E65-9BAC-1B0FB34A7B90}" presName="spacerT" presStyleCnt="0"/>
      <dgm:spPr/>
    </dgm:pt>
    <dgm:pt modelId="{D1D6FA49-5B7F-4A72-BC66-8AB935E37925}" type="pres">
      <dgm:prSet presAssocID="{633633CC-55FC-4E65-9BAC-1B0FB34A7B90}" presName="sibTrans" presStyleLbl="sibTrans2D1" presStyleIdx="0" presStyleCnt="2"/>
      <dgm:spPr/>
    </dgm:pt>
    <dgm:pt modelId="{788F627D-8C15-4B3C-AADE-1E642428823E}" type="pres">
      <dgm:prSet presAssocID="{633633CC-55FC-4E65-9BAC-1B0FB34A7B90}" presName="spacerB" presStyleCnt="0"/>
      <dgm:spPr/>
    </dgm:pt>
    <dgm:pt modelId="{24387D94-1BA6-4721-93D8-00046E423F99}" type="pres">
      <dgm:prSet presAssocID="{593EE6B5-FFEF-4BF9-B9F8-DC934408D2D1}" presName="node" presStyleLbl="node1" presStyleIdx="1" presStyleCnt="3">
        <dgm:presLayoutVars>
          <dgm:bulletEnabled val="1"/>
        </dgm:presLayoutVars>
      </dgm:prSet>
      <dgm:spPr/>
    </dgm:pt>
    <dgm:pt modelId="{79391991-3AC1-41AB-8949-53BBB02C7281}" type="pres">
      <dgm:prSet presAssocID="{E5285CCA-752C-4A33-9B38-F53A70C28977}" presName="sibTransLast" presStyleLbl="sibTrans2D1" presStyleIdx="1" presStyleCnt="2"/>
      <dgm:spPr/>
    </dgm:pt>
    <dgm:pt modelId="{ACCFA283-B667-4E40-9579-5D8487D2BD6F}" type="pres">
      <dgm:prSet presAssocID="{E5285CCA-752C-4A33-9B38-F53A70C28977}" presName="connectorText" presStyleLbl="sibTrans2D1" presStyleIdx="1" presStyleCnt="2"/>
      <dgm:spPr/>
    </dgm:pt>
    <dgm:pt modelId="{CEAAF429-EBE9-4CF1-95D6-7AF0624B6C27}" type="pres">
      <dgm:prSet presAssocID="{E5285CCA-752C-4A33-9B38-F53A70C28977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622E4535-F794-4314-8774-CEBA8343CB9C}" type="presOf" srcId="{593EE6B5-FFEF-4BF9-B9F8-DC934408D2D1}" destId="{24387D94-1BA6-4721-93D8-00046E423F99}" srcOrd="0" destOrd="0" presId="urn:microsoft.com/office/officeart/2005/8/layout/equation2"/>
    <dgm:cxn modelId="{5BE9D14B-5C96-4320-9309-9855C618B362}" type="presOf" srcId="{F176AB46-9CC0-4007-8317-73C7796A09DF}" destId="{ACCFA283-B667-4E40-9579-5D8487D2BD6F}" srcOrd="1" destOrd="0" presId="urn:microsoft.com/office/officeart/2005/8/layout/equation2"/>
    <dgm:cxn modelId="{76CFA0A2-E8CD-46BC-8409-E7DE56462832}" srcId="{E5285CCA-752C-4A33-9B38-F53A70C28977}" destId="{E324165D-A387-4190-8631-A2336A666955}" srcOrd="0" destOrd="0" parTransId="{94EB0C2A-EA7D-4145-B2F2-5BBCD0C38B48}" sibTransId="{633633CC-55FC-4E65-9BAC-1B0FB34A7B90}"/>
    <dgm:cxn modelId="{7E523AA7-0119-4678-92B2-C53BF4E23CAB}" type="presOf" srcId="{F176AB46-9CC0-4007-8317-73C7796A09DF}" destId="{79391991-3AC1-41AB-8949-53BBB02C7281}" srcOrd="0" destOrd="0" presId="urn:microsoft.com/office/officeart/2005/8/layout/equation2"/>
    <dgm:cxn modelId="{E57AC2B0-8044-4971-8285-D3DF8EDAC0B7}" srcId="{E5285CCA-752C-4A33-9B38-F53A70C28977}" destId="{5928A7C4-4CB1-4B9F-9269-52A145291154}" srcOrd="2" destOrd="0" parTransId="{3692C445-F01B-4257-BFDD-85549974D7BF}" sibTransId="{F2843900-9BE2-49C6-930C-C293AA1E2B80}"/>
    <dgm:cxn modelId="{EB678AB5-8848-4F69-B345-6293A0DB03BC}" type="presOf" srcId="{633633CC-55FC-4E65-9BAC-1B0FB34A7B90}" destId="{D1D6FA49-5B7F-4A72-BC66-8AB935E37925}" srcOrd="0" destOrd="0" presId="urn:microsoft.com/office/officeart/2005/8/layout/equation2"/>
    <dgm:cxn modelId="{71D2C4C1-5CC7-443C-B76E-3C3048D92715}" type="presOf" srcId="{E5285CCA-752C-4A33-9B38-F53A70C28977}" destId="{ED993B64-812A-480B-806E-2B9D9893CD38}" srcOrd="0" destOrd="0" presId="urn:microsoft.com/office/officeart/2005/8/layout/equation2"/>
    <dgm:cxn modelId="{18F256C5-5822-4E8E-8117-773225EB202D}" type="presOf" srcId="{5928A7C4-4CB1-4B9F-9269-52A145291154}" destId="{CEAAF429-EBE9-4CF1-95D6-7AF0624B6C27}" srcOrd="0" destOrd="0" presId="urn:microsoft.com/office/officeart/2005/8/layout/equation2"/>
    <dgm:cxn modelId="{05E21FD5-A06A-498F-B247-21241BF26C23}" type="presOf" srcId="{E324165D-A387-4190-8631-A2336A666955}" destId="{C219D390-2096-48D5-967D-795F6975AF9F}" srcOrd="0" destOrd="0" presId="urn:microsoft.com/office/officeart/2005/8/layout/equation2"/>
    <dgm:cxn modelId="{671B9CF1-EDBE-44B1-A97C-965DFE38FE3C}" srcId="{E5285CCA-752C-4A33-9B38-F53A70C28977}" destId="{593EE6B5-FFEF-4BF9-B9F8-DC934408D2D1}" srcOrd="1" destOrd="0" parTransId="{3ADA79FB-6F33-41F8-BD64-30AFDE559160}" sibTransId="{F176AB46-9CC0-4007-8317-73C7796A09DF}"/>
    <dgm:cxn modelId="{EAEFAF03-472D-4B88-816E-ADD54901328A}" type="presParOf" srcId="{ED993B64-812A-480B-806E-2B9D9893CD38}" destId="{FE6B5AE0-60D3-4206-99C8-97951D931AB8}" srcOrd="0" destOrd="0" presId="urn:microsoft.com/office/officeart/2005/8/layout/equation2"/>
    <dgm:cxn modelId="{924F835A-4981-4F1A-B3B0-0D1B51B7C25D}" type="presParOf" srcId="{FE6B5AE0-60D3-4206-99C8-97951D931AB8}" destId="{C219D390-2096-48D5-967D-795F6975AF9F}" srcOrd="0" destOrd="0" presId="urn:microsoft.com/office/officeart/2005/8/layout/equation2"/>
    <dgm:cxn modelId="{6626DE87-42F0-4CDC-A092-B2C38CB49B94}" type="presParOf" srcId="{FE6B5AE0-60D3-4206-99C8-97951D931AB8}" destId="{E6A70D04-7BD6-4CB7-BBA8-6A29C7E07C86}" srcOrd="1" destOrd="0" presId="urn:microsoft.com/office/officeart/2005/8/layout/equation2"/>
    <dgm:cxn modelId="{F8559425-BF58-4DBD-945F-C990CD69DF57}" type="presParOf" srcId="{FE6B5AE0-60D3-4206-99C8-97951D931AB8}" destId="{D1D6FA49-5B7F-4A72-BC66-8AB935E37925}" srcOrd="2" destOrd="0" presId="urn:microsoft.com/office/officeart/2005/8/layout/equation2"/>
    <dgm:cxn modelId="{6E979BD5-0A49-40AA-B740-5E55506FC811}" type="presParOf" srcId="{FE6B5AE0-60D3-4206-99C8-97951D931AB8}" destId="{788F627D-8C15-4B3C-AADE-1E642428823E}" srcOrd="3" destOrd="0" presId="urn:microsoft.com/office/officeart/2005/8/layout/equation2"/>
    <dgm:cxn modelId="{3F4E99EF-1669-4F97-8F17-413AA0620C73}" type="presParOf" srcId="{FE6B5AE0-60D3-4206-99C8-97951D931AB8}" destId="{24387D94-1BA6-4721-93D8-00046E423F99}" srcOrd="4" destOrd="0" presId="urn:microsoft.com/office/officeart/2005/8/layout/equation2"/>
    <dgm:cxn modelId="{DAE20A9E-B808-4E65-8489-FD37A38F6D62}" type="presParOf" srcId="{ED993B64-812A-480B-806E-2B9D9893CD38}" destId="{79391991-3AC1-41AB-8949-53BBB02C7281}" srcOrd="1" destOrd="0" presId="urn:microsoft.com/office/officeart/2005/8/layout/equation2"/>
    <dgm:cxn modelId="{B986E6EE-BA48-4681-9293-BD666C97B6DF}" type="presParOf" srcId="{79391991-3AC1-41AB-8949-53BBB02C7281}" destId="{ACCFA283-B667-4E40-9579-5D8487D2BD6F}" srcOrd="0" destOrd="0" presId="urn:microsoft.com/office/officeart/2005/8/layout/equation2"/>
    <dgm:cxn modelId="{AF3C7E3F-F1AE-4CA4-8DDE-ECD400CEBA4D}" type="presParOf" srcId="{ED993B64-812A-480B-806E-2B9D9893CD38}" destId="{CEAAF429-EBE9-4CF1-95D6-7AF0624B6C27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0B7FCF-B1C6-414F-9C76-C6992B0D32AB}" type="doc">
      <dgm:prSet loTypeId="urn:microsoft.com/office/officeart/2005/8/layout/equation2" loCatId="process" qsTypeId="urn:microsoft.com/office/officeart/2005/8/quickstyle/simple1" qsCatId="simple" csTypeId="urn:microsoft.com/office/officeart/2005/8/colors/colorful1" csCatId="colorful" phldr="1"/>
      <dgm:spPr/>
    </dgm:pt>
    <dgm:pt modelId="{6964486D-FD42-43D8-B654-D92B7E5815FE}">
      <dgm:prSet phldrT="[Text]"/>
      <dgm:spPr/>
      <dgm:t>
        <a:bodyPr/>
        <a:lstStyle/>
        <a:p>
          <a:r>
            <a:rPr lang="ar-JO" dirty="0"/>
            <a:t>النفس</a:t>
          </a:r>
          <a:endParaRPr lang="en-US" dirty="0"/>
        </a:p>
      </dgm:t>
    </dgm:pt>
    <dgm:pt modelId="{14BAEBE6-C7B7-45A1-ACDF-C45D80D30F2B}" type="parTrans" cxnId="{79E0C987-853B-4FB4-9CE6-3DCE698FE89A}">
      <dgm:prSet/>
      <dgm:spPr/>
      <dgm:t>
        <a:bodyPr/>
        <a:lstStyle/>
        <a:p>
          <a:endParaRPr lang="en-US"/>
        </a:p>
      </dgm:t>
    </dgm:pt>
    <dgm:pt modelId="{EF077F24-D784-47A4-8002-F407CA88239F}" type="sibTrans" cxnId="{79E0C987-853B-4FB4-9CE6-3DCE698FE89A}">
      <dgm:prSet/>
      <dgm:spPr/>
      <dgm:t>
        <a:bodyPr/>
        <a:lstStyle/>
        <a:p>
          <a:endParaRPr lang="en-US"/>
        </a:p>
      </dgm:t>
    </dgm:pt>
    <dgm:pt modelId="{420D6D0F-1DB7-4DF0-9EAF-052AC78E3594}">
      <dgm:prSet phldrT="[Text]"/>
      <dgm:spPr/>
      <dgm:t>
        <a:bodyPr/>
        <a:lstStyle/>
        <a:p>
          <a:r>
            <a:rPr lang="ar-JO" dirty="0"/>
            <a:t>العقل</a:t>
          </a:r>
          <a:endParaRPr lang="en-US" dirty="0"/>
        </a:p>
      </dgm:t>
    </dgm:pt>
    <dgm:pt modelId="{EFA954E4-9DA5-4DD5-A1B6-12970C4DFA3C}" type="parTrans" cxnId="{F98741EE-C3B3-412D-B8C5-0B40673FA0CC}">
      <dgm:prSet/>
      <dgm:spPr/>
      <dgm:t>
        <a:bodyPr/>
        <a:lstStyle/>
        <a:p>
          <a:endParaRPr lang="en-US"/>
        </a:p>
      </dgm:t>
    </dgm:pt>
    <dgm:pt modelId="{48C0709C-D96F-4639-B7C6-C4F8357F429F}" type="sibTrans" cxnId="{F98741EE-C3B3-412D-B8C5-0B40673FA0CC}">
      <dgm:prSet/>
      <dgm:spPr/>
      <dgm:t>
        <a:bodyPr/>
        <a:lstStyle/>
        <a:p>
          <a:endParaRPr lang="en-US"/>
        </a:p>
      </dgm:t>
    </dgm:pt>
    <dgm:pt modelId="{E53A8612-E2A8-4788-8AA0-FBDDB5C51637}">
      <dgm:prSet phldrT="[Text]"/>
      <dgm:spPr/>
      <dgm:t>
        <a:bodyPr/>
        <a:lstStyle/>
        <a:p>
          <a:r>
            <a:rPr lang="ar-JO" dirty="0"/>
            <a:t>الروح</a:t>
          </a:r>
          <a:endParaRPr lang="en-US" dirty="0"/>
        </a:p>
      </dgm:t>
    </dgm:pt>
    <dgm:pt modelId="{C2D1A27C-2FCE-421E-983D-AAE1C8D12855}" type="parTrans" cxnId="{3F4F6A12-142E-4CFE-8FD2-75CE76D4BBE8}">
      <dgm:prSet/>
      <dgm:spPr/>
      <dgm:t>
        <a:bodyPr/>
        <a:lstStyle/>
        <a:p>
          <a:endParaRPr lang="en-US"/>
        </a:p>
      </dgm:t>
    </dgm:pt>
    <dgm:pt modelId="{D55B103B-69C0-4552-BC53-523D13D075D3}" type="sibTrans" cxnId="{3F4F6A12-142E-4CFE-8FD2-75CE76D4BBE8}">
      <dgm:prSet/>
      <dgm:spPr/>
      <dgm:t>
        <a:bodyPr/>
        <a:lstStyle/>
        <a:p>
          <a:endParaRPr lang="en-US"/>
        </a:p>
      </dgm:t>
    </dgm:pt>
    <dgm:pt modelId="{ABE69CA2-A29D-4B73-B959-856062E0957A}" type="pres">
      <dgm:prSet presAssocID="{3E0B7FCF-B1C6-414F-9C76-C6992B0D32AB}" presName="Name0" presStyleCnt="0">
        <dgm:presLayoutVars>
          <dgm:dir/>
          <dgm:resizeHandles val="exact"/>
        </dgm:presLayoutVars>
      </dgm:prSet>
      <dgm:spPr/>
    </dgm:pt>
    <dgm:pt modelId="{206E7082-762B-4E1B-A900-FFA53FCB2C41}" type="pres">
      <dgm:prSet presAssocID="{3E0B7FCF-B1C6-414F-9C76-C6992B0D32AB}" presName="vNodes" presStyleCnt="0"/>
      <dgm:spPr/>
    </dgm:pt>
    <dgm:pt modelId="{C418D69F-0A60-40C5-B55D-BF9991A35370}" type="pres">
      <dgm:prSet presAssocID="{6964486D-FD42-43D8-B654-D92B7E5815FE}" presName="node" presStyleLbl="node1" presStyleIdx="0" presStyleCnt="3">
        <dgm:presLayoutVars>
          <dgm:bulletEnabled val="1"/>
        </dgm:presLayoutVars>
      </dgm:prSet>
      <dgm:spPr/>
    </dgm:pt>
    <dgm:pt modelId="{37E23CD6-F1D3-4256-BAA6-231A29F44AF6}" type="pres">
      <dgm:prSet presAssocID="{EF077F24-D784-47A4-8002-F407CA88239F}" presName="spacerT" presStyleCnt="0"/>
      <dgm:spPr/>
    </dgm:pt>
    <dgm:pt modelId="{C044B4C4-1BC2-46AB-B162-52FACB5D2E4C}" type="pres">
      <dgm:prSet presAssocID="{EF077F24-D784-47A4-8002-F407CA88239F}" presName="sibTrans" presStyleLbl="sibTrans2D1" presStyleIdx="0" presStyleCnt="2"/>
      <dgm:spPr/>
    </dgm:pt>
    <dgm:pt modelId="{F20B0435-7A91-42EF-BFB1-C4E4ACBF9394}" type="pres">
      <dgm:prSet presAssocID="{EF077F24-D784-47A4-8002-F407CA88239F}" presName="spacerB" presStyleCnt="0"/>
      <dgm:spPr/>
    </dgm:pt>
    <dgm:pt modelId="{3362AF1D-B373-4CC9-A0AA-B485BCFB6660}" type="pres">
      <dgm:prSet presAssocID="{420D6D0F-1DB7-4DF0-9EAF-052AC78E3594}" presName="node" presStyleLbl="node1" presStyleIdx="1" presStyleCnt="3">
        <dgm:presLayoutVars>
          <dgm:bulletEnabled val="1"/>
        </dgm:presLayoutVars>
      </dgm:prSet>
      <dgm:spPr/>
    </dgm:pt>
    <dgm:pt modelId="{78E6321D-D8ED-479C-91FA-515389E901E5}" type="pres">
      <dgm:prSet presAssocID="{3E0B7FCF-B1C6-414F-9C76-C6992B0D32AB}" presName="sibTransLast" presStyleLbl="sibTrans2D1" presStyleIdx="1" presStyleCnt="2"/>
      <dgm:spPr/>
    </dgm:pt>
    <dgm:pt modelId="{6EA42847-13C2-40EC-B269-1E4B89F60343}" type="pres">
      <dgm:prSet presAssocID="{3E0B7FCF-B1C6-414F-9C76-C6992B0D32AB}" presName="connectorText" presStyleLbl="sibTrans2D1" presStyleIdx="1" presStyleCnt="2"/>
      <dgm:spPr/>
    </dgm:pt>
    <dgm:pt modelId="{FDCFD562-48F9-478B-AE4D-5CDA301FD2CA}" type="pres">
      <dgm:prSet presAssocID="{3E0B7FCF-B1C6-414F-9C76-C6992B0D32AB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6D2B5305-26B6-4BE4-B9CB-66E4205BEA7D}" type="presOf" srcId="{EF077F24-D784-47A4-8002-F407CA88239F}" destId="{C044B4C4-1BC2-46AB-B162-52FACB5D2E4C}" srcOrd="0" destOrd="0" presId="urn:microsoft.com/office/officeart/2005/8/layout/equation2"/>
    <dgm:cxn modelId="{3F4F6A12-142E-4CFE-8FD2-75CE76D4BBE8}" srcId="{3E0B7FCF-B1C6-414F-9C76-C6992B0D32AB}" destId="{E53A8612-E2A8-4788-8AA0-FBDDB5C51637}" srcOrd="2" destOrd="0" parTransId="{C2D1A27C-2FCE-421E-983D-AAE1C8D12855}" sibTransId="{D55B103B-69C0-4552-BC53-523D13D075D3}"/>
    <dgm:cxn modelId="{BEE95C44-705C-41F0-A100-443440688DEC}" type="presOf" srcId="{48C0709C-D96F-4639-B7C6-C4F8357F429F}" destId="{78E6321D-D8ED-479C-91FA-515389E901E5}" srcOrd="0" destOrd="0" presId="urn:microsoft.com/office/officeart/2005/8/layout/equation2"/>
    <dgm:cxn modelId="{70392981-4971-4AA0-BF59-6E92002E456D}" type="presOf" srcId="{48C0709C-D96F-4639-B7C6-C4F8357F429F}" destId="{6EA42847-13C2-40EC-B269-1E4B89F60343}" srcOrd="1" destOrd="0" presId="urn:microsoft.com/office/officeart/2005/8/layout/equation2"/>
    <dgm:cxn modelId="{79E0C987-853B-4FB4-9CE6-3DCE698FE89A}" srcId="{3E0B7FCF-B1C6-414F-9C76-C6992B0D32AB}" destId="{6964486D-FD42-43D8-B654-D92B7E5815FE}" srcOrd="0" destOrd="0" parTransId="{14BAEBE6-C7B7-45A1-ACDF-C45D80D30F2B}" sibTransId="{EF077F24-D784-47A4-8002-F407CA88239F}"/>
    <dgm:cxn modelId="{C76FD597-1798-4A1F-9250-BE9AB222561A}" type="presOf" srcId="{420D6D0F-1DB7-4DF0-9EAF-052AC78E3594}" destId="{3362AF1D-B373-4CC9-A0AA-B485BCFB6660}" srcOrd="0" destOrd="0" presId="urn:microsoft.com/office/officeart/2005/8/layout/equation2"/>
    <dgm:cxn modelId="{0E7F4C9E-1BEE-4079-82A3-E4C2CAEEEA94}" type="presOf" srcId="{E53A8612-E2A8-4788-8AA0-FBDDB5C51637}" destId="{FDCFD562-48F9-478B-AE4D-5CDA301FD2CA}" srcOrd="0" destOrd="0" presId="urn:microsoft.com/office/officeart/2005/8/layout/equation2"/>
    <dgm:cxn modelId="{9E7D83DF-2304-4549-B3F6-330A0EBAA884}" type="presOf" srcId="{3E0B7FCF-B1C6-414F-9C76-C6992B0D32AB}" destId="{ABE69CA2-A29D-4B73-B959-856062E0957A}" srcOrd="0" destOrd="0" presId="urn:microsoft.com/office/officeart/2005/8/layout/equation2"/>
    <dgm:cxn modelId="{F98741EE-C3B3-412D-B8C5-0B40673FA0CC}" srcId="{3E0B7FCF-B1C6-414F-9C76-C6992B0D32AB}" destId="{420D6D0F-1DB7-4DF0-9EAF-052AC78E3594}" srcOrd="1" destOrd="0" parTransId="{EFA954E4-9DA5-4DD5-A1B6-12970C4DFA3C}" sibTransId="{48C0709C-D96F-4639-B7C6-C4F8357F429F}"/>
    <dgm:cxn modelId="{65A980FF-A7D6-40C4-AD00-7C8FFDC09DD6}" type="presOf" srcId="{6964486D-FD42-43D8-B654-D92B7E5815FE}" destId="{C418D69F-0A60-40C5-B55D-BF9991A35370}" srcOrd="0" destOrd="0" presId="urn:microsoft.com/office/officeart/2005/8/layout/equation2"/>
    <dgm:cxn modelId="{5841AB9A-F18C-456A-8959-6D156D6A0E36}" type="presParOf" srcId="{ABE69CA2-A29D-4B73-B959-856062E0957A}" destId="{206E7082-762B-4E1B-A900-FFA53FCB2C41}" srcOrd="0" destOrd="0" presId="urn:microsoft.com/office/officeart/2005/8/layout/equation2"/>
    <dgm:cxn modelId="{BA6A6DA3-BC69-4A69-8F8F-B98B1619CFF3}" type="presParOf" srcId="{206E7082-762B-4E1B-A900-FFA53FCB2C41}" destId="{C418D69F-0A60-40C5-B55D-BF9991A35370}" srcOrd="0" destOrd="0" presId="urn:microsoft.com/office/officeart/2005/8/layout/equation2"/>
    <dgm:cxn modelId="{5FD4AB82-0DBE-47E8-A7D8-1334BA43E99D}" type="presParOf" srcId="{206E7082-762B-4E1B-A900-FFA53FCB2C41}" destId="{37E23CD6-F1D3-4256-BAA6-231A29F44AF6}" srcOrd="1" destOrd="0" presId="urn:microsoft.com/office/officeart/2005/8/layout/equation2"/>
    <dgm:cxn modelId="{8C6A5A4D-57E8-4A0E-8E79-7207648AC3B4}" type="presParOf" srcId="{206E7082-762B-4E1B-A900-FFA53FCB2C41}" destId="{C044B4C4-1BC2-46AB-B162-52FACB5D2E4C}" srcOrd="2" destOrd="0" presId="urn:microsoft.com/office/officeart/2005/8/layout/equation2"/>
    <dgm:cxn modelId="{E47D11EA-ACC1-41FC-B9AA-6F89F1B6E9D4}" type="presParOf" srcId="{206E7082-762B-4E1B-A900-FFA53FCB2C41}" destId="{F20B0435-7A91-42EF-BFB1-C4E4ACBF9394}" srcOrd="3" destOrd="0" presId="urn:microsoft.com/office/officeart/2005/8/layout/equation2"/>
    <dgm:cxn modelId="{8CA90235-D919-4B88-BEB9-2E6C4C8724BC}" type="presParOf" srcId="{206E7082-762B-4E1B-A900-FFA53FCB2C41}" destId="{3362AF1D-B373-4CC9-A0AA-B485BCFB6660}" srcOrd="4" destOrd="0" presId="urn:microsoft.com/office/officeart/2005/8/layout/equation2"/>
    <dgm:cxn modelId="{354D59DE-9EA9-4450-831C-A3A247160359}" type="presParOf" srcId="{ABE69CA2-A29D-4B73-B959-856062E0957A}" destId="{78E6321D-D8ED-479C-91FA-515389E901E5}" srcOrd="1" destOrd="0" presId="urn:microsoft.com/office/officeart/2005/8/layout/equation2"/>
    <dgm:cxn modelId="{5BBDE237-9228-492B-B7B0-9B617B747D72}" type="presParOf" srcId="{78E6321D-D8ED-479C-91FA-515389E901E5}" destId="{6EA42847-13C2-40EC-B269-1E4B89F60343}" srcOrd="0" destOrd="0" presId="urn:microsoft.com/office/officeart/2005/8/layout/equation2"/>
    <dgm:cxn modelId="{657FAB28-FC1E-4863-AF91-47D794C0873A}" type="presParOf" srcId="{ABE69CA2-A29D-4B73-B959-856062E0957A}" destId="{FDCFD562-48F9-478B-AE4D-5CDA301FD2CA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80BD1E-60BD-48C7-A24F-1DA3E019C206}">
      <dsp:nvSpPr>
        <dsp:cNvPr id="0" name=""/>
        <dsp:cNvSpPr/>
      </dsp:nvSpPr>
      <dsp:spPr>
        <a:xfrm>
          <a:off x="3409830" y="2200"/>
          <a:ext cx="1234281" cy="802282"/>
        </a:xfrm>
        <a:prstGeom prst="round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 </a:t>
          </a:r>
        </a:p>
      </dsp:txBody>
      <dsp:txXfrm>
        <a:off x="3448994" y="41364"/>
        <a:ext cx="1155953" cy="723954"/>
      </dsp:txXfrm>
    </dsp:sp>
    <dsp:sp modelId="{9D1D1D91-77DA-45CB-B2FB-49824E084832}">
      <dsp:nvSpPr>
        <dsp:cNvPr id="0" name=""/>
        <dsp:cNvSpPr/>
      </dsp:nvSpPr>
      <dsp:spPr>
        <a:xfrm>
          <a:off x="2137613" y="403342"/>
          <a:ext cx="3778716" cy="3778716"/>
        </a:xfrm>
        <a:custGeom>
          <a:avLst/>
          <a:gdLst/>
          <a:ahLst/>
          <a:cxnLst/>
          <a:rect l="0" t="0" r="0" b="0"/>
          <a:pathLst>
            <a:path>
              <a:moveTo>
                <a:pt x="2517192" y="107365"/>
              </a:moveTo>
              <a:arcTo wR="1889358" hR="1889358" stAng="17364506" swAng="205166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1AD4E0-5F37-4112-A525-DFC32761C280}">
      <dsp:nvSpPr>
        <dsp:cNvPr id="0" name=""/>
        <dsp:cNvSpPr/>
      </dsp:nvSpPr>
      <dsp:spPr>
        <a:xfrm>
          <a:off x="5399672" y="1180729"/>
          <a:ext cx="527062" cy="334584"/>
        </a:xfrm>
        <a:prstGeom prst="round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</a:t>
          </a:r>
        </a:p>
      </dsp:txBody>
      <dsp:txXfrm>
        <a:off x="5416005" y="1197062"/>
        <a:ext cx="494396" cy="301918"/>
      </dsp:txXfrm>
    </dsp:sp>
    <dsp:sp modelId="{29AE50ED-8D84-466D-82CA-C090C36CDA14}">
      <dsp:nvSpPr>
        <dsp:cNvPr id="0" name=""/>
        <dsp:cNvSpPr/>
      </dsp:nvSpPr>
      <dsp:spPr>
        <a:xfrm>
          <a:off x="2137613" y="403342"/>
          <a:ext cx="3778716" cy="3778716"/>
        </a:xfrm>
        <a:custGeom>
          <a:avLst/>
          <a:gdLst/>
          <a:ahLst/>
          <a:cxnLst/>
          <a:rect l="0" t="0" r="0" b="0"/>
          <a:pathLst>
            <a:path>
              <a:moveTo>
                <a:pt x="3617834" y="1126438"/>
              </a:moveTo>
              <a:arcTo wR="1889358" hR="1889358" stAng="20171050" swAng="2917098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83BF6B-060C-45AB-85A8-79E2A79E50F6}">
      <dsp:nvSpPr>
        <dsp:cNvPr id="0" name=""/>
        <dsp:cNvSpPr/>
      </dsp:nvSpPr>
      <dsp:spPr>
        <a:xfrm>
          <a:off x="5434294" y="3099623"/>
          <a:ext cx="457819" cy="275511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</a:t>
          </a:r>
        </a:p>
      </dsp:txBody>
      <dsp:txXfrm>
        <a:off x="5447743" y="3113072"/>
        <a:ext cx="430921" cy="248613"/>
      </dsp:txXfrm>
    </dsp:sp>
    <dsp:sp modelId="{47E73571-E39A-460F-A14D-B880A565F574}">
      <dsp:nvSpPr>
        <dsp:cNvPr id="0" name=""/>
        <dsp:cNvSpPr/>
      </dsp:nvSpPr>
      <dsp:spPr>
        <a:xfrm>
          <a:off x="2137613" y="403342"/>
          <a:ext cx="3778716" cy="3778716"/>
        </a:xfrm>
        <a:custGeom>
          <a:avLst/>
          <a:gdLst/>
          <a:ahLst/>
          <a:cxnLst/>
          <a:rect l="0" t="0" r="0" b="0"/>
          <a:pathLst>
            <a:path>
              <a:moveTo>
                <a:pt x="3431193" y="2981338"/>
              </a:moveTo>
              <a:arcTo wR="1889358" hR="1889358" stAng="2118446" swAng="211641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CF007C-F54C-413E-B029-E650A981C79D}">
      <dsp:nvSpPr>
        <dsp:cNvPr id="0" name=""/>
        <dsp:cNvSpPr/>
      </dsp:nvSpPr>
      <dsp:spPr>
        <a:xfrm>
          <a:off x="3409830" y="3780917"/>
          <a:ext cx="1234281" cy="802282"/>
        </a:xfrm>
        <a:prstGeom prst="round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 </a:t>
          </a:r>
        </a:p>
      </dsp:txBody>
      <dsp:txXfrm>
        <a:off x="3448994" y="3820081"/>
        <a:ext cx="1155953" cy="723954"/>
      </dsp:txXfrm>
    </dsp:sp>
    <dsp:sp modelId="{1BD20CFE-F056-45E5-8CDA-BD55E656CDF9}">
      <dsp:nvSpPr>
        <dsp:cNvPr id="0" name=""/>
        <dsp:cNvSpPr/>
      </dsp:nvSpPr>
      <dsp:spPr>
        <a:xfrm>
          <a:off x="2137613" y="403342"/>
          <a:ext cx="3778716" cy="3778716"/>
        </a:xfrm>
        <a:custGeom>
          <a:avLst/>
          <a:gdLst/>
          <a:ahLst/>
          <a:cxnLst/>
          <a:rect l="0" t="0" r="0" b="0"/>
          <a:pathLst>
            <a:path>
              <a:moveTo>
                <a:pt x="1261293" y="3671270"/>
              </a:moveTo>
              <a:arcTo wR="1889358" hR="1889358" stAng="6564952" swAng="209760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E48A08-36FA-47DC-B56A-14AE79BB3540}">
      <dsp:nvSpPr>
        <dsp:cNvPr id="0" name=""/>
        <dsp:cNvSpPr/>
      </dsp:nvSpPr>
      <dsp:spPr>
        <a:xfrm>
          <a:off x="2187107" y="3090999"/>
          <a:ext cx="407263" cy="292761"/>
        </a:xfrm>
        <a:prstGeom prst="roundRect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4</a:t>
          </a:r>
        </a:p>
      </dsp:txBody>
      <dsp:txXfrm>
        <a:off x="2201398" y="3105290"/>
        <a:ext cx="378681" cy="264179"/>
      </dsp:txXfrm>
    </dsp:sp>
    <dsp:sp modelId="{4B210471-D2F6-45DC-985E-70AC94A57FE5}">
      <dsp:nvSpPr>
        <dsp:cNvPr id="0" name=""/>
        <dsp:cNvSpPr/>
      </dsp:nvSpPr>
      <dsp:spPr>
        <a:xfrm>
          <a:off x="2137613" y="403342"/>
          <a:ext cx="3778716" cy="3778716"/>
        </a:xfrm>
        <a:custGeom>
          <a:avLst/>
          <a:gdLst/>
          <a:ahLst/>
          <a:cxnLst/>
          <a:rect l="0" t="0" r="0" b="0"/>
          <a:pathLst>
            <a:path>
              <a:moveTo>
                <a:pt x="170250" y="2673159"/>
              </a:moveTo>
              <a:arcTo wR="1889358" hR="1889358" stAng="9329406" swAng="294084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DB90E6-21C2-416C-AB2A-CF96FD9CD160}">
      <dsp:nvSpPr>
        <dsp:cNvPr id="0" name=""/>
        <dsp:cNvSpPr/>
      </dsp:nvSpPr>
      <dsp:spPr>
        <a:xfrm>
          <a:off x="2169852" y="1201468"/>
          <a:ext cx="441773" cy="293106"/>
        </a:xfrm>
        <a:prstGeom prst="round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</a:t>
          </a:r>
        </a:p>
      </dsp:txBody>
      <dsp:txXfrm>
        <a:off x="2184160" y="1215776"/>
        <a:ext cx="413157" cy="264490"/>
      </dsp:txXfrm>
    </dsp:sp>
    <dsp:sp modelId="{C48A8BD3-8167-48E5-A4A5-9CE4AD04D361}">
      <dsp:nvSpPr>
        <dsp:cNvPr id="0" name=""/>
        <dsp:cNvSpPr/>
      </dsp:nvSpPr>
      <dsp:spPr>
        <a:xfrm>
          <a:off x="2137613" y="403342"/>
          <a:ext cx="3778716" cy="3778716"/>
        </a:xfrm>
        <a:custGeom>
          <a:avLst/>
          <a:gdLst/>
          <a:ahLst/>
          <a:cxnLst/>
          <a:rect l="0" t="0" r="0" b="0"/>
          <a:pathLst>
            <a:path>
              <a:moveTo>
                <a:pt x="353704" y="788702"/>
              </a:moveTo>
              <a:arcTo wR="1889358" hR="1889358" stAng="12937828" swAng="209722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19D390-2096-48D5-967D-795F6975AF9F}">
      <dsp:nvSpPr>
        <dsp:cNvPr id="0" name=""/>
        <dsp:cNvSpPr/>
      </dsp:nvSpPr>
      <dsp:spPr>
        <a:xfrm>
          <a:off x="2401951" y="147"/>
          <a:ext cx="1586582" cy="15865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JO" sz="5200" kern="1200" dirty="0"/>
            <a:t>جسد</a:t>
          </a:r>
          <a:endParaRPr lang="en-US" sz="5200" kern="1200" dirty="0"/>
        </a:p>
      </dsp:txBody>
      <dsp:txXfrm>
        <a:off x="2634301" y="232497"/>
        <a:ext cx="1121882" cy="1121882"/>
      </dsp:txXfrm>
    </dsp:sp>
    <dsp:sp modelId="{D1D6FA49-5B7F-4A72-BC66-8AB935E37925}">
      <dsp:nvSpPr>
        <dsp:cNvPr id="0" name=""/>
        <dsp:cNvSpPr/>
      </dsp:nvSpPr>
      <dsp:spPr>
        <a:xfrm>
          <a:off x="2735134" y="1715560"/>
          <a:ext cx="920217" cy="920217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857109" y="2067451"/>
        <a:ext cx="676267" cy="216435"/>
      </dsp:txXfrm>
    </dsp:sp>
    <dsp:sp modelId="{24387D94-1BA6-4721-93D8-00046E423F99}">
      <dsp:nvSpPr>
        <dsp:cNvPr id="0" name=""/>
        <dsp:cNvSpPr/>
      </dsp:nvSpPr>
      <dsp:spPr>
        <a:xfrm>
          <a:off x="2401951" y="2764608"/>
          <a:ext cx="1586582" cy="15865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JO" sz="5200" kern="1200" dirty="0"/>
            <a:t>روح</a:t>
          </a:r>
          <a:endParaRPr lang="en-US" sz="5200" kern="1200" dirty="0"/>
        </a:p>
      </dsp:txBody>
      <dsp:txXfrm>
        <a:off x="2634301" y="2996958"/>
        <a:ext cx="1121882" cy="1121882"/>
      </dsp:txXfrm>
    </dsp:sp>
    <dsp:sp modelId="{79391991-3AC1-41AB-8949-53BBB02C7281}">
      <dsp:nvSpPr>
        <dsp:cNvPr id="0" name=""/>
        <dsp:cNvSpPr/>
      </dsp:nvSpPr>
      <dsp:spPr>
        <a:xfrm>
          <a:off x="4226521" y="1880564"/>
          <a:ext cx="504533" cy="5902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226521" y="1998606"/>
        <a:ext cx="353173" cy="354124"/>
      </dsp:txXfrm>
    </dsp:sp>
    <dsp:sp modelId="{CEAAF429-EBE9-4CF1-95D6-7AF0624B6C27}">
      <dsp:nvSpPr>
        <dsp:cNvPr id="0" name=""/>
        <dsp:cNvSpPr/>
      </dsp:nvSpPr>
      <dsp:spPr>
        <a:xfrm>
          <a:off x="4940483" y="589086"/>
          <a:ext cx="3173164" cy="317316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JO" sz="6500" kern="1200" dirty="0"/>
            <a:t>النفس</a:t>
          </a:r>
          <a:endParaRPr lang="en-US" sz="6500" kern="1200" dirty="0"/>
        </a:p>
      </dsp:txBody>
      <dsp:txXfrm>
        <a:off x="5405182" y="1053785"/>
        <a:ext cx="2243766" cy="22437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18D69F-0A60-40C5-B55D-BF9991A35370}">
      <dsp:nvSpPr>
        <dsp:cNvPr id="0" name=""/>
        <dsp:cNvSpPr/>
      </dsp:nvSpPr>
      <dsp:spPr>
        <a:xfrm>
          <a:off x="2401951" y="147"/>
          <a:ext cx="1586582" cy="15865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JO" sz="4500" kern="1200" dirty="0"/>
            <a:t>النفس</a:t>
          </a:r>
          <a:endParaRPr lang="en-US" sz="4500" kern="1200" dirty="0"/>
        </a:p>
      </dsp:txBody>
      <dsp:txXfrm>
        <a:off x="2634301" y="232497"/>
        <a:ext cx="1121882" cy="1121882"/>
      </dsp:txXfrm>
    </dsp:sp>
    <dsp:sp modelId="{C044B4C4-1BC2-46AB-B162-52FACB5D2E4C}">
      <dsp:nvSpPr>
        <dsp:cNvPr id="0" name=""/>
        <dsp:cNvSpPr/>
      </dsp:nvSpPr>
      <dsp:spPr>
        <a:xfrm>
          <a:off x="2735134" y="1715560"/>
          <a:ext cx="920217" cy="920217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857109" y="2067451"/>
        <a:ext cx="676267" cy="216435"/>
      </dsp:txXfrm>
    </dsp:sp>
    <dsp:sp modelId="{3362AF1D-B373-4CC9-A0AA-B485BCFB6660}">
      <dsp:nvSpPr>
        <dsp:cNvPr id="0" name=""/>
        <dsp:cNvSpPr/>
      </dsp:nvSpPr>
      <dsp:spPr>
        <a:xfrm>
          <a:off x="2401951" y="2764608"/>
          <a:ext cx="1586582" cy="15865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JO" sz="4500" kern="1200" dirty="0"/>
            <a:t>العقل</a:t>
          </a:r>
          <a:endParaRPr lang="en-US" sz="4500" kern="1200" dirty="0"/>
        </a:p>
      </dsp:txBody>
      <dsp:txXfrm>
        <a:off x="2634301" y="2996958"/>
        <a:ext cx="1121882" cy="1121882"/>
      </dsp:txXfrm>
    </dsp:sp>
    <dsp:sp modelId="{78E6321D-D8ED-479C-91FA-515389E901E5}">
      <dsp:nvSpPr>
        <dsp:cNvPr id="0" name=""/>
        <dsp:cNvSpPr/>
      </dsp:nvSpPr>
      <dsp:spPr>
        <a:xfrm>
          <a:off x="4226521" y="1880564"/>
          <a:ext cx="504533" cy="5902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226521" y="1998606"/>
        <a:ext cx="353173" cy="354124"/>
      </dsp:txXfrm>
    </dsp:sp>
    <dsp:sp modelId="{FDCFD562-48F9-478B-AE4D-5CDA301FD2CA}">
      <dsp:nvSpPr>
        <dsp:cNvPr id="0" name=""/>
        <dsp:cNvSpPr/>
      </dsp:nvSpPr>
      <dsp:spPr>
        <a:xfrm>
          <a:off x="4940483" y="589086"/>
          <a:ext cx="3173164" cy="317316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JO" sz="6500" kern="1200" dirty="0"/>
            <a:t>الروح</a:t>
          </a:r>
          <a:endParaRPr lang="en-US" sz="6500" kern="1200" dirty="0"/>
        </a:p>
      </dsp:txBody>
      <dsp:txXfrm>
        <a:off x="5405182" y="1053785"/>
        <a:ext cx="2243766" cy="2243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9893-8BD1-4126-A588-B108084BC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B3F37-37C1-43B5-BE8F-FB53A9CD9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A91A1-CC8D-4B12-B3EF-D4B442CF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757C-A7FC-4008-807D-7D0A0BA36CA0}" type="datetimeFigureOut">
              <a:rPr lang="ar-JO" smtClean="0"/>
              <a:t>10/06/1446</a:t>
            </a:fld>
            <a:endParaRPr lang="ar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93EF9-2F74-4F53-A947-1E9061CFE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BFC87-0AD2-4457-BAB1-F3EA87F9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AA5-3842-418A-A2B6-4B6E626EC03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3947898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C974-1898-41F8-A190-36CA3C1C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A1480-9E88-44BB-AAA0-1C02E8BDC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D57AA-BB70-464B-B2FD-59C59C38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757C-A7FC-4008-807D-7D0A0BA36CA0}" type="datetimeFigureOut">
              <a:rPr lang="ar-JO" smtClean="0"/>
              <a:t>10/06/1446</a:t>
            </a:fld>
            <a:endParaRPr lang="ar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F369A-630F-4BEE-8788-E20F08CA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D92D7-6849-45DC-89B5-78029E736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AA5-3842-418A-A2B6-4B6E626EC03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056668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350E-3B18-4182-9CDF-C3C72F91D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2B6EE-AD04-455A-BBE2-C7BB71CB1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DE884-8A4F-4DE8-9498-5A140902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757C-A7FC-4008-807D-7D0A0BA36CA0}" type="datetimeFigureOut">
              <a:rPr lang="ar-JO" smtClean="0"/>
              <a:t>10/06/1446</a:t>
            </a:fld>
            <a:endParaRPr lang="ar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B6934-D08B-49A4-B9D9-879BD727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10CD9-F92C-43C0-9682-6DB5EB45D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AA5-3842-418A-A2B6-4B6E626EC03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4086527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1965-E2C3-4776-A866-5501E5EE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3A8D4-3D43-43DE-B123-F5D20492B7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67FC8-F25F-40C2-B29F-B58D684CA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6FE0A-EF9A-4447-9433-AF8917919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757C-A7FC-4008-807D-7D0A0BA36CA0}" type="datetimeFigureOut">
              <a:rPr lang="ar-JO" smtClean="0"/>
              <a:t>10/06/1446</a:t>
            </a:fld>
            <a:endParaRPr lang="ar-J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5F2CF-2BFF-45E3-8F2E-4AED45F91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179F8-492E-4378-B95C-C5C1529E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AA5-3842-418A-A2B6-4B6E626EC03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998954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EAEC5-7326-4DD8-B2C2-40B896A19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6ECC-D215-4ED6-B6DB-B8DBCC811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156B0-0167-4A21-9E3A-164C40243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F180E9-098D-49A2-833A-5E9396126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623749-6ABD-4AE8-B8F2-B133D32717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FF9B24-6471-4AA2-8013-58A04DFA1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757C-A7FC-4008-807D-7D0A0BA36CA0}" type="datetimeFigureOut">
              <a:rPr lang="ar-JO" smtClean="0"/>
              <a:t>10/06/1446</a:t>
            </a:fld>
            <a:endParaRPr lang="ar-J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CD085-5064-458D-9F82-79C017C8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29085-488C-45A1-B097-AC7096B5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AA5-3842-418A-A2B6-4B6E626EC03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705116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10B8A-461F-4E54-B3BE-21E2D4F0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BE7FA-4A9D-446E-BBCB-647BDA90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757C-A7FC-4008-807D-7D0A0BA36CA0}" type="datetimeFigureOut">
              <a:rPr lang="ar-JO" smtClean="0"/>
              <a:t>10/06/1446</a:t>
            </a:fld>
            <a:endParaRPr lang="ar-J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F2F35-274E-40C2-98EF-2C8B0E4D1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4AC2C-E8B6-4A3A-A21E-3850B0262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AA5-3842-418A-A2B6-4B6E626EC03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68726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7DC07-CF13-460C-8F76-32B528EE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757C-A7FC-4008-807D-7D0A0BA36CA0}" type="datetimeFigureOut">
              <a:rPr lang="ar-JO" smtClean="0"/>
              <a:t>10/06/1446</a:t>
            </a:fld>
            <a:endParaRPr lang="ar-J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3A1B0-2086-4AD6-99AE-DE498B4EC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3EFFF-B66A-474C-9328-277D04BD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AA5-3842-418A-A2B6-4B6E626EC03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00528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E640-65BA-47E1-86DF-DDE9ACFD9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18D19-3DF4-4734-B2D5-84A554223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96694-2F5D-494E-BAC7-946C061C3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E47BB-3B91-4B61-A8C1-B24CAC8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757C-A7FC-4008-807D-7D0A0BA36CA0}" type="datetimeFigureOut">
              <a:rPr lang="ar-JO" smtClean="0"/>
              <a:t>10/06/1446</a:t>
            </a:fld>
            <a:endParaRPr lang="ar-J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11CAE-2CB4-4963-B3EC-8776FE1C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1AA10-8228-4E0D-8EC7-9726880D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AA5-3842-418A-A2B6-4B6E626EC03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629715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66D4-1924-47E3-807D-763C36D6D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ECF9E-B6F0-45CA-AC06-513D00E6A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J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C65F2-F294-4A14-A000-16EC9731B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54976-5D91-4346-AADA-B81457EAF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757C-A7FC-4008-807D-7D0A0BA36CA0}" type="datetimeFigureOut">
              <a:rPr lang="ar-JO" smtClean="0"/>
              <a:t>10/06/1446</a:t>
            </a:fld>
            <a:endParaRPr lang="ar-J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73930-D3FD-4A6B-83E6-06CB14450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84BC6-2F46-4484-B9C1-84EDF20A6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AA5-3842-418A-A2B6-4B6E626EC03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704203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8EAF-0720-46E2-9262-579BB3FB8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0AE77-FC58-4426-B893-2193B5BED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BB9E5-55DD-4C1D-A1B0-D984D9EF3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757C-A7FC-4008-807D-7D0A0BA36CA0}" type="datetimeFigureOut">
              <a:rPr lang="ar-JO" smtClean="0"/>
              <a:t>10/06/1446</a:t>
            </a:fld>
            <a:endParaRPr lang="ar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07A59-5AB6-43E7-A051-E55871135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34158-4369-4E33-96B1-F4A17148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AA5-3842-418A-A2B6-4B6E626EC03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19307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F78A4B-BEA7-40D3-B3D2-E4C63AE32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DF851-81A6-4F1D-8BD2-4D0B8C777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7D18D-71BF-436B-ABD2-F5627F383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757C-A7FC-4008-807D-7D0A0BA36CA0}" type="datetimeFigureOut">
              <a:rPr lang="ar-JO" smtClean="0"/>
              <a:t>10/06/1446</a:t>
            </a:fld>
            <a:endParaRPr lang="ar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24101-27AC-414F-B1D5-A5000DC9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2B64E-E3EB-47F0-BF79-73BBDC85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EAA5-3842-418A-A2B6-4B6E626EC03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49724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A7275-0D93-4550-B033-12E8D27B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6F30-5A30-4254-8437-35DD292D3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6AC2E-7DD9-4501-8CFD-87960E8A1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757C-A7FC-4008-807D-7D0A0BA36CA0}" type="datetimeFigureOut">
              <a:rPr lang="ar-JO" smtClean="0"/>
              <a:t>10/06/1446</a:t>
            </a:fld>
            <a:endParaRPr lang="ar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B36AB-B066-4208-8942-03CDB5AAD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81527-2A03-4739-8D5A-137F8AB6B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9EAA5-3842-418A-A2B6-4B6E626EC03D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95658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J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5D9892-036F-4AAC-BA4E-4E844C321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576" y="0"/>
            <a:ext cx="1229957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CF0FA8-EBB9-460F-8EAA-24B80D55BFA3}"/>
              </a:ext>
            </a:extLst>
          </p:cNvPr>
          <p:cNvSpPr txBox="1"/>
          <p:nvPr/>
        </p:nvSpPr>
        <p:spPr>
          <a:xfrm>
            <a:off x="4939554" y="6042212"/>
            <a:ext cx="2779058" cy="584775"/>
          </a:xfrm>
          <a:prstGeom prst="rect">
            <a:avLst/>
          </a:prstGeom>
          <a:solidFill>
            <a:srgbClr val="00747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ar-JO" sz="3200" dirty="0">
                <a:solidFill>
                  <a:schemeClr val="bg1"/>
                </a:solidFill>
              </a:rPr>
              <a:t>المحاضرة العاشرة</a:t>
            </a:r>
          </a:p>
        </p:txBody>
      </p:sp>
    </p:spTree>
    <p:extLst>
      <p:ext uri="{BB962C8B-B14F-4D97-AF65-F5344CB8AC3E}">
        <p14:creationId xmlns:p14="http://schemas.microsoft.com/office/powerpoint/2010/main" val="302890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595AC2-153B-493F-ADE6-5EF07D9E7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04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933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1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9" name="Rounded Rectangle 17">
            <a:extLst>
              <a:ext uri="{FF2B5EF4-FFF2-40B4-BE49-F238E27FC236}">
                <a16:creationId xmlns:a16="http://schemas.microsoft.com/office/drawing/2014/main" id="{4A24DABC-3FF6-4161-A8B7-77F8D9160730}"/>
              </a:ext>
            </a:extLst>
          </p:cNvPr>
          <p:cNvSpPr/>
          <p:nvPr/>
        </p:nvSpPr>
        <p:spPr>
          <a:xfrm>
            <a:off x="3121112" y="261501"/>
            <a:ext cx="5162146" cy="72526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471">
                  <a:tint val="66000"/>
                  <a:satMod val="160000"/>
                </a:srgbClr>
              </a:gs>
              <a:gs pos="50000">
                <a:srgbClr val="007471">
                  <a:tint val="44500"/>
                  <a:satMod val="160000"/>
                </a:srgbClr>
              </a:gs>
              <a:gs pos="100000">
                <a:srgbClr val="007471">
                  <a:tint val="23500"/>
                  <a:satMod val="160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lvl="0" algn="ctr" defTabSz="914354"/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E8830FE-A040-4B68-8F4D-314D0FE7EAB9}"/>
              </a:ext>
            </a:extLst>
          </p:cNvPr>
          <p:cNvSpPr/>
          <p:nvPr/>
        </p:nvSpPr>
        <p:spPr>
          <a:xfrm>
            <a:off x="4439845" y="254439"/>
            <a:ext cx="266503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JO" sz="4400" noProof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خارطة اليوم</a:t>
            </a:r>
            <a:endParaRPr lang="en-US" sz="4400" noProof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Google Shape;856;p26">
            <a:extLst>
              <a:ext uri="{FF2B5EF4-FFF2-40B4-BE49-F238E27FC236}">
                <a16:creationId xmlns:a16="http://schemas.microsoft.com/office/drawing/2014/main" id="{F91BC440-B73D-4530-9C63-6606F2AF2487}"/>
              </a:ext>
            </a:extLst>
          </p:cNvPr>
          <p:cNvSpPr/>
          <p:nvPr/>
        </p:nvSpPr>
        <p:spPr>
          <a:xfrm>
            <a:off x="1526005" y="2087380"/>
            <a:ext cx="3338942" cy="2970447"/>
          </a:xfrm>
          <a:custGeom>
            <a:avLst/>
            <a:gdLst/>
            <a:ahLst/>
            <a:cxnLst/>
            <a:rect l="l" t="t" r="r" b="b"/>
            <a:pathLst>
              <a:path w="34960" h="30296" extrusionOk="0">
                <a:moveTo>
                  <a:pt x="20383" y="1"/>
                </a:moveTo>
                <a:cubicBezTo>
                  <a:pt x="19546" y="1"/>
                  <a:pt x="18709" y="84"/>
                  <a:pt x="17906" y="215"/>
                </a:cubicBezTo>
                <a:cubicBezTo>
                  <a:pt x="11983" y="1176"/>
                  <a:pt x="6151" y="4384"/>
                  <a:pt x="3131" y="9703"/>
                </a:cubicBezTo>
                <a:cubicBezTo>
                  <a:pt x="2416" y="10970"/>
                  <a:pt x="1819" y="12295"/>
                  <a:pt x="1345" y="13665"/>
                </a:cubicBezTo>
                <a:cubicBezTo>
                  <a:pt x="377" y="16380"/>
                  <a:pt x="0" y="19361"/>
                  <a:pt x="624" y="22179"/>
                </a:cubicBezTo>
                <a:cubicBezTo>
                  <a:pt x="1247" y="25004"/>
                  <a:pt x="2923" y="27641"/>
                  <a:pt x="5410" y="29109"/>
                </a:cubicBezTo>
                <a:cubicBezTo>
                  <a:pt x="6713" y="29883"/>
                  <a:pt x="8239" y="30295"/>
                  <a:pt x="9752" y="30295"/>
                </a:cubicBezTo>
                <a:cubicBezTo>
                  <a:pt x="11121" y="30295"/>
                  <a:pt x="12480" y="29958"/>
                  <a:pt x="13652" y="29245"/>
                </a:cubicBezTo>
                <a:cubicBezTo>
                  <a:pt x="14987" y="28435"/>
                  <a:pt x="16211" y="27145"/>
                  <a:pt x="17750" y="27145"/>
                </a:cubicBezTo>
                <a:cubicBezTo>
                  <a:pt x="17791" y="27145"/>
                  <a:pt x="17832" y="27146"/>
                  <a:pt x="17873" y="27147"/>
                </a:cubicBezTo>
                <a:cubicBezTo>
                  <a:pt x="18997" y="27199"/>
                  <a:pt x="19938" y="27959"/>
                  <a:pt x="20913" y="28531"/>
                </a:cubicBezTo>
                <a:cubicBezTo>
                  <a:pt x="22414" y="29417"/>
                  <a:pt x="24164" y="29882"/>
                  <a:pt x="25908" y="29882"/>
                </a:cubicBezTo>
                <a:cubicBezTo>
                  <a:pt x="27217" y="29882"/>
                  <a:pt x="28524" y="29620"/>
                  <a:pt x="29719" y="29076"/>
                </a:cubicBezTo>
                <a:cubicBezTo>
                  <a:pt x="32505" y="27810"/>
                  <a:pt x="34564" y="25011"/>
                  <a:pt x="34811" y="21965"/>
                </a:cubicBezTo>
                <a:cubicBezTo>
                  <a:pt x="34960" y="20166"/>
                  <a:pt x="34447" y="18334"/>
                  <a:pt x="33447" y="16834"/>
                </a:cubicBezTo>
                <a:cubicBezTo>
                  <a:pt x="32297" y="15133"/>
                  <a:pt x="30771" y="14457"/>
                  <a:pt x="29024" y="13561"/>
                </a:cubicBezTo>
                <a:cubicBezTo>
                  <a:pt x="28264" y="13171"/>
                  <a:pt x="27537" y="12652"/>
                  <a:pt x="27141" y="11898"/>
                </a:cubicBezTo>
                <a:cubicBezTo>
                  <a:pt x="26693" y="11061"/>
                  <a:pt x="26732" y="10047"/>
                  <a:pt x="26900" y="9112"/>
                </a:cubicBezTo>
                <a:cubicBezTo>
                  <a:pt x="27147" y="7807"/>
                  <a:pt x="27563" y="6534"/>
                  <a:pt x="27517" y="5190"/>
                </a:cubicBezTo>
                <a:cubicBezTo>
                  <a:pt x="27459" y="3267"/>
                  <a:pt x="26011" y="1624"/>
                  <a:pt x="24335" y="812"/>
                </a:cubicBezTo>
                <a:cubicBezTo>
                  <a:pt x="23112" y="221"/>
                  <a:pt x="21747" y="1"/>
                  <a:pt x="20383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7" name="Google Shape;858;p26">
            <a:extLst>
              <a:ext uri="{FF2B5EF4-FFF2-40B4-BE49-F238E27FC236}">
                <a16:creationId xmlns:a16="http://schemas.microsoft.com/office/drawing/2014/main" id="{DDC70CB2-D50C-4617-84FE-A83D414FEBCE}"/>
              </a:ext>
            </a:extLst>
          </p:cNvPr>
          <p:cNvGrpSpPr/>
          <p:nvPr/>
        </p:nvGrpSpPr>
        <p:grpSpPr>
          <a:xfrm>
            <a:off x="569530" y="2726822"/>
            <a:ext cx="2826830" cy="2419829"/>
            <a:chOff x="647987" y="1466449"/>
            <a:chExt cx="3212103" cy="2787058"/>
          </a:xfrm>
        </p:grpSpPr>
        <p:sp>
          <p:nvSpPr>
            <p:cNvPr id="38" name="Google Shape;859;p26">
              <a:extLst>
                <a:ext uri="{FF2B5EF4-FFF2-40B4-BE49-F238E27FC236}">
                  <a16:creationId xmlns:a16="http://schemas.microsoft.com/office/drawing/2014/main" id="{D9D1F0C5-E87F-45BD-863F-662FB3157646}"/>
                </a:ext>
              </a:extLst>
            </p:cNvPr>
            <p:cNvSpPr/>
            <p:nvPr/>
          </p:nvSpPr>
          <p:spPr>
            <a:xfrm rot="-640595">
              <a:off x="647987" y="1466449"/>
              <a:ext cx="1349170" cy="1319092"/>
            </a:xfrm>
            <a:custGeom>
              <a:avLst/>
              <a:gdLst/>
              <a:ahLst/>
              <a:cxnLst/>
              <a:rect l="l" t="t" r="r" b="b"/>
              <a:pathLst>
                <a:path w="3453" h="3376" extrusionOk="0">
                  <a:moveTo>
                    <a:pt x="1790" y="0"/>
                  </a:moveTo>
                  <a:cubicBezTo>
                    <a:pt x="1723" y="0"/>
                    <a:pt x="1654" y="16"/>
                    <a:pt x="1589" y="50"/>
                  </a:cubicBezTo>
                  <a:cubicBezTo>
                    <a:pt x="1336" y="187"/>
                    <a:pt x="1284" y="531"/>
                    <a:pt x="1485" y="739"/>
                  </a:cubicBezTo>
                  <a:cubicBezTo>
                    <a:pt x="1550" y="797"/>
                    <a:pt x="1589" y="875"/>
                    <a:pt x="1609" y="960"/>
                  </a:cubicBezTo>
                  <a:lnTo>
                    <a:pt x="1609" y="973"/>
                  </a:lnTo>
                  <a:lnTo>
                    <a:pt x="777" y="1148"/>
                  </a:lnTo>
                  <a:lnTo>
                    <a:pt x="946" y="1973"/>
                  </a:lnTo>
                  <a:lnTo>
                    <a:pt x="933" y="1973"/>
                  </a:lnTo>
                  <a:cubicBezTo>
                    <a:pt x="906" y="1979"/>
                    <a:pt x="878" y="1982"/>
                    <a:pt x="851" y="1982"/>
                  </a:cubicBezTo>
                  <a:cubicBezTo>
                    <a:pt x="792" y="1982"/>
                    <a:pt x="733" y="1969"/>
                    <a:pt x="680" y="1947"/>
                  </a:cubicBezTo>
                  <a:cubicBezTo>
                    <a:pt x="626" y="1926"/>
                    <a:pt x="573" y="1917"/>
                    <a:pt x="522" y="1917"/>
                  </a:cubicBezTo>
                  <a:cubicBezTo>
                    <a:pt x="231" y="1917"/>
                    <a:pt x="1" y="2221"/>
                    <a:pt x="128" y="2525"/>
                  </a:cubicBezTo>
                  <a:lnTo>
                    <a:pt x="121" y="2525"/>
                  </a:lnTo>
                  <a:cubicBezTo>
                    <a:pt x="192" y="2695"/>
                    <a:pt x="355" y="2788"/>
                    <a:pt x="521" y="2788"/>
                  </a:cubicBezTo>
                  <a:cubicBezTo>
                    <a:pt x="628" y="2788"/>
                    <a:pt x="736" y="2749"/>
                    <a:pt x="823" y="2668"/>
                  </a:cubicBezTo>
                  <a:cubicBezTo>
                    <a:pt x="881" y="2603"/>
                    <a:pt x="959" y="2564"/>
                    <a:pt x="1044" y="2544"/>
                  </a:cubicBezTo>
                  <a:lnTo>
                    <a:pt x="1057" y="2544"/>
                  </a:lnTo>
                  <a:lnTo>
                    <a:pt x="1225" y="3376"/>
                  </a:lnTo>
                  <a:lnTo>
                    <a:pt x="3453" y="2921"/>
                  </a:lnTo>
                  <a:lnTo>
                    <a:pt x="3284" y="2090"/>
                  </a:lnTo>
                  <a:lnTo>
                    <a:pt x="3265" y="2090"/>
                  </a:lnTo>
                  <a:cubicBezTo>
                    <a:pt x="3180" y="2109"/>
                    <a:pt x="3109" y="2155"/>
                    <a:pt x="3044" y="2213"/>
                  </a:cubicBezTo>
                  <a:cubicBezTo>
                    <a:pt x="2958" y="2296"/>
                    <a:pt x="2850" y="2336"/>
                    <a:pt x="2743" y="2336"/>
                  </a:cubicBezTo>
                  <a:cubicBezTo>
                    <a:pt x="2592" y="2336"/>
                    <a:pt x="2442" y="2255"/>
                    <a:pt x="2362" y="2103"/>
                  </a:cubicBezTo>
                  <a:cubicBezTo>
                    <a:pt x="2226" y="1849"/>
                    <a:pt x="2375" y="1538"/>
                    <a:pt x="2661" y="1479"/>
                  </a:cubicBezTo>
                  <a:cubicBezTo>
                    <a:pt x="2690" y="1472"/>
                    <a:pt x="2720" y="1468"/>
                    <a:pt x="2750" y="1468"/>
                  </a:cubicBezTo>
                  <a:cubicBezTo>
                    <a:pt x="2801" y="1468"/>
                    <a:pt x="2852" y="1478"/>
                    <a:pt x="2901" y="1499"/>
                  </a:cubicBezTo>
                  <a:cubicBezTo>
                    <a:pt x="2959" y="1521"/>
                    <a:pt x="3016" y="1531"/>
                    <a:pt x="3074" y="1531"/>
                  </a:cubicBezTo>
                  <a:cubicBezTo>
                    <a:pt x="3101" y="1531"/>
                    <a:pt x="3127" y="1529"/>
                    <a:pt x="3154" y="1525"/>
                  </a:cubicBezTo>
                  <a:lnTo>
                    <a:pt x="3174" y="1525"/>
                  </a:lnTo>
                  <a:lnTo>
                    <a:pt x="3005" y="693"/>
                  </a:lnTo>
                  <a:lnTo>
                    <a:pt x="2174" y="862"/>
                  </a:lnTo>
                  <a:lnTo>
                    <a:pt x="2174" y="849"/>
                  </a:lnTo>
                  <a:cubicBezTo>
                    <a:pt x="2154" y="765"/>
                    <a:pt x="2167" y="674"/>
                    <a:pt x="2200" y="596"/>
                  </a:cubicBezTo>
                  <a:cubicBezTo>
                    <a:pt x="2226" y="518"/>
                    <a:pt x="2232" y="434"/>
                    <a:pt x="2219" y="349"/>
                  </a:cubicBezTo>
                  <a:cubicBezTo>
                    <a:pt x="2175" y="140"/>
                    <a:pt x="1990" y="0"/>
                    <a:pt x="1790" y="0"/>
                  </a:cubicBezTo>
                  <a:close/>
                </a:path>
              </a:pathLst>
            </a:custGeom>
            <a:solidFill>
              <a:srgbClr val="3BD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9" name="Google Shape;860;p26">
              <a:extLst>
                <a:ext uri="{FF2B5EF4-FFF2-40B4-BE49-F238E27FC236}">
                  <a16:creationId xmlns:a16="http://schemas.microsoft.com/office/drawing/2014/main" id="{D374016B-1BA9-401D-A50D-78D55E916EF2}"/>
                </a:ext>
              </a:extLst>
            </p:cNvPr>
            <p:cNvGrpSpPr/>
            <p:nvPr/>
          </p:nvGrpSpPr>
          <p:grpSpPr>
            <a:xfrm>
              <a:off x="1365006" y="2125192"/>
              <a:ext cx="2495084" cy="2128315"/>
              <a:chOff x="1365006" y="2125192"/>
              <a:chExt cx="2495084" cy="2128315"/>
            </a:xfrm>
          </p:grpSpPr>
          <p:sp>
            <p:nvSpPr>
              <p:cNvPr id="40" name="Google Shape;861;p26">
                <a:extLst>
                  <a:ext uri="{FF2B5EF4-FFF2-40B4-BE49-F238E27FC236}">
                    <a16:creationId xmlns:a16="http://schemas.microsoft.com/office/drawing/2014/main" id="{CB302B34-E806-4A79-8487-A50FB72BD79F}"/>
                  </a:ext>
                </a:extLst>
              </p:cNvPr>
              <p:cNvSpPr/>
              <p:nvPr/>
            </p:nvSpPr>
            <p:spPr>
              <a:xfrm>
                <a:off x="1365006" y="2644094"/>
                <a:ext cx="1266340" cy="1248765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3196" extrusionOk="0">
                    <a:moveTo>
                      <a:pt x="2105" y="1"/>
                    </a:moveTo>
                    <a:cubicBezTo>
                      <a:pt x="2065" y="1"/>
                      <a:pt x="2023" y="7"/>
                      <a:pt x="1981" y="19"/>
                    </a:cubicBezTo>
                    <a:cubicBezTo>
                      <a:pt x="1702" y="97"/>
                      <a:pt x="1585" y="422"/>
                      <a:pt x="1741" y="669"/>
                    </a:cubicBezTo>
                    <a:cubicBezTo>
                      <a:pt x="1786" y="740"/>
                      <a:pt x="1812" y="825"/>
                      <a:pt x="1812" y="909"/>
                    </a:cubicBezTo>
                    <a:lnTo>
                      <a:pt x="1812" y="929"/>
                    </a:lnTo>
                    <a:lnTo>
                      <a:pt x="968" y="929"/>
                    </a:lnTo>
                    <a:lnTo>
                      <a:pt x="968" y="1773"/>
                    </a:lnTo>
                    <a:lnTo>
                      <a:pt x="948" y="1773"/>
                    </a:lnTo>
                    <a:cubicBezTo>
                      <a:pt x="864" y="1773"/>
                      <a:pt x="780" y="1747"/>
                      <a:pt x="708" y="1701"/>
                    </a:cubicBezTo>
                    <a:cubicBezTo>
                      <a:pt x="637" y="1656"/>
                      <a:pt x="559" y="1630"/>
                      <a:pt x="474" y="1630"/>
                    </a:cubicBezTo>
                    <a:cubicBezTo>
                      <a:pt x="202" y="1630"/>
                      <a:pt x="0" y="1877"/>
                      <a:pt x="52" y="2143"/>
                    </a:cubicBezTo>
                    <a:cubicBezTo>
                      <a:pt x="94" y="2356"/>
                      <a:pt x="278" y="2490"/>
                      <a:pt x="474" y="2490"/>
                    </a:cubicBezTo>
                    <a:cubicBezTo>
                      <a:pt x="553" y="2490"/>
                      <a:pt x="634" y="2469"/>
                      <a:pt x="708" y="2422"/>
                    </a:cubicBezTo>
                    <a:cubicBezTo>
                      <a:pt x="780" y="2377"/>
                      <a:pt x="864" y="2344"/>
                      <a:pt x="948" y="2344"/>
                    </a:cubicBezTo>
                    <a:lnTo>
                      <a:pt x="968" y="2344"/>
                    </a:lnTo>
                    <a:lnTo>
                      <a:pt x="968" y="3195"/>
                    </a:lnTo>
                    <a:lnTo>
                      <a:pt x="3241" y="3195"/>
                    </a:lnTo>
                    <a:lnTo>
                      <a:pt x="3241" y="2344"/>
                    </a:lnTo>
                    <a:lnTo>
                      <a:pt x="3221" y="2344"/>
                    </a:lnTo>
                    <a:cubicBezTo>
                      <a:pt x="3137" y="2351"/>
                      <a:pt x="3053" y="2377"/>
                      <a:pt x="2981" y="2429"/>
                    </a:cubicBezTo>
                    <a:cubicBezTo>
                      <a:pt x="2907" y="2475"/>
                      <a:pt x="2827" y="2497"/>
                      <a:pt x="2748" y="2497"/>
                    </a:cubicBezTo>
                    <a:cubicBezTo>
                      <a:pt x="2562" y="2497"/>
                      <a:pt x="2386" y="2378"/>
                      <a:pt x="2332" y="2182"/>
                    </a:cubicBezTo>
                    <a:cubicBezTo>
                      <a:pt x="2247" y="1909"/>
                      <a:pt x="2462" y="1630"/>
                      <a:pt x="2747" y="1630"/>
                    </a:cubicBezTo>
                    <a:cubicBezTo>
                      <a:pt x="2832" y="1630"/>
                      <a:pt x="2910" y="1656"/>
                      <a:pt x="2981" y="1695"/>
                    </a:cubicBezTo>
                    <a:cubicBezTo>
                      <a:pt x="3053" y="1747"/>
                      <a:pt x="3137" y="1773"/>
                      <a:pt x="3221" y="1773"/>
                    </a:cubicBezTo>
                    <a:lnTo>
                      <a:pt x="3241" y="1773"/>
                    </a:lnTo>
                    <a:lnTo>
                      <a:pt x="3241" y="929"/>
                    </a:lnTo>
                    <a:lnTo>
                      <a:pt x="2390" y="929"/>
                    </a:lnTo>
                    <a:lnTo>
                      <a:pt x="2390" y="909"/>
                    </a:lnTo>
                    <a:cubicBezTo>
                      <a:pt x="2390" y="825"/>
                      <a:pt x="2416" y="740"/>
                      <a:pt x="2468" y="669"/>
                    </a:cubicBezTo>
                    <a:cubicBezTo>
                      <a:pt x="2514" y="597"/>
                      <a:pt x="2533" y="519"/>
                      <a:pt x="2533" y="435"/>
                    </a:cubicBezTo>
                    <a:cubicBezTo>
                      <a:pt x="2533" y="192"/>
                      <a:pt x="2336" y="1"/>
                      <a:pt x="2105" y="1"/>
                    </a:cubicBezTo>
                    <a:close/>
                  </a:path>
                </a:pathLst>
              </a:custGeom>
              <a:solidFill>
                <a:srgbClr val="EBAA7F"/>
              </a:solidFill>
              <a:ln>
                <a:solidFill>
                  <a:srgbClr val="ED7D3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862;p26">
                <a:extLst>
                  <a:ext uri="{FF2B5EF4-FFF2-40B4-BE49-F238E27FC236}">
                    <a16:creationId xmlns:a16="http://schemas.microsoft.com/office/drawing/2014/main" id="{AC11D37B-475E-4D65-B9D2-0CF33E221AD4}"/>
                  </a:ext>
                </a:extLst>
              </p:cNvPr>
              <p:cNvSpPr/>
              <p:nvPr/>
            </p:nvSpPr>
            <p:spPr>
              <a:xfrm>
                <a:off x="2226386" y="3004742"/>
                <a:ext cx="1269075" cy="1248765"/>
              </a:xfrm>
              <a:custGeom>
                <a:avLst/>
                <a:gdLst/>
                <a:ahLst/>
                <a:cxnLst/>
                <a:rect l="l" t="t" r="r" b="b"/>
                <a:pathLst>
                  <a:path w="3248" h="3196" extrusionOk="0">
                    <a:moveTo>
                      <a:pt x="975" y="0"/>
                    </a:moveTo>
                    <a:lnTo>
                      <a:pt x="975" y="851"/>
                    </a:lnTo>
                    <a:lnTo>
                      <a:pt x="955" y="851"/>
                    </a:lnTo>
                    <a:cubicBezTo>
                      <a:pt x="871" y="844"/>
                      <a:pt x="787" y="818"/>
                      <a:pt x="715" y="773"/>
                    </a:cubicBezTo>
                    <a:cubicBezTo>
                      <a:pt x="644" y="727"/>
                      <a:pt x="566" y="701"/>
                      <a:pt x="481" y="701"/>
                    </a:cubicBezTo>
                    <a:cubicBezTo>
                      <a:pt x="209" y="701"/>
                      <a:pt x="1" y="955"/>
                      <a:pt x="59" y="1221"/>
                    </a:cubicBezTo>
                    <a:cubicBezTo>
                      <a:pt x="101" y="1434"/>
                      <a:pt x="285" y="1568"/>
                      <a:pt x="482" y="1568"/>
                    </a:cubicBezTo>
                    <a:cubicBezTo>
                      <a:pt x="560" y="1568"/>
                      <a:pt x="641" y="1547"/>
                      <a:pt x="715" y="1500"/>
                    </a:cubicBezTo>
                    <a:cubicBezTo>
                      <a:pt x="787" y="1455"/>
                      <a:pt x="871" y="1422"/>
                      <a:pt x="955" y="1422"/>
                    </a:cubicBezTo>
                    <a:lnTo>
                      <a:pt x="975" y="1422"/>
                    </a:lnTo>
                    <a:lnTo>
                      <a:pt x="975" y="2273"/>
                    </a:lnTo>
                    <a:lnTo>
                      <a:pt x="1819" y="2273"/>
                    </a:lnTo>
                    <a:lnTo>
                      <a:pt x="1819" y="2286"/>
                    </a:lnTo>
                    <a:cubicBezTo>
                      <a:pt x="1819" y="2377"/>
                      <a:pt x="1793" y="2461"/>
                      <a:pt x="1741" y="2533"/>
                    </a:cubicBezTo>
                    <a:cubicBezTo>
                      <a:pt x="1559" y="2819"/>
                      <a:pt x="1767" y="3195"/>
                      <a:pt x="2111" y="3195"/>
                    </a:cubicBezTo>
                    <a:cubicBezTo>
                      <a:pt x="2449" y="3195"/>
                      <a:pt x="2657" y="2819"/>
                      <a:pt x="2475" y="2533"/>
                    </a:cubicBezTo>
                    <a:cubicBezTo>
                      <a:pt x="2423" y="2461"/>
                      <a:pt x="2397" y="2377"/>
                      <a:pt x="2397" y="2286"/>
                    </a:cubicBezTo>
                    <a:lnTo>
                      <a:pt x="2397" y="2273"/>
                    </a:lnTo>
                    <a:lnTo>
                      <a:pt x="3248" y="2273"/>
                    </a:lnTo>
                    <a:lnTo>
                      <a:pt x="3248" y="0"/>
                    </a:lnTo>
                    <a:lnTo>
                      <a:pt x="2397" y="0"/>
                    </a:lnTo>
                    <a:lnTo>
                      <a:pt x="2397" y="13"/>
                    </a:lnTo>
                    <a:cubicBezTo>
                      <a:pt x="2397" y="104"/>
                      <a:pt x="2423" y="188"/>
                      <a:pt x="2475" y="260"/>
                    </a:cubicBezTo>
                    <a:cubicBezTo>
                      <a:pt x="2631" y="500"/>
                      <a:pt x="2508" y="825"/>
                      <a:pt x="2228" y="903"/>
                    </a:cubicBezTo>
                    <a:cubicBezTo>
                      <a:pt x="2187" y="916"/>
                      <a:pt x="2145" y="922"/>
                      <a:pt x="2104" y="922"/>
                    </a:cubicBezTo>
                    <a:cubicBezTo>
                      <a:pt x="1877" y="922"/>
                      <a:pt x="1676" y="736"/>
                      <a:pt x="1676" y="494"/>
                    </a:cubicBezTo>
                    <a:cubicBezTo>
                      <a:pt x="1676" y="409"/>
                      <a:pt x="1702" y="331"/>
                      <a:pt x="1748" y="260"/>
                    </a:cubicBezTo>
                    <a:cubicBezTo>
                      <a:pt x="1793" y="188"/>
                      <a:pt x="1819" y="104"/>
                      <a:pt x="1819" y="13"/>
                    </a:cubicBezTo>
                    <a:lnTo>
                      <a:pt x="1819" y="0"/>
                    </a:lnTo>
                    <a:close/>
                  </a:path>
                </a:pathLst>
              </a:custGeom>
              <a:solidFill>
                <a:srgbClr val="EBAA7F"/>
              </a:solidFill>
              <a:ln>
                <a:solidFill>
                  <a:srgbClr val="ED7D3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863;p26">
                <a:extLst>
                  <a:ext uri="{FF2B5EF4-FFF2-40B4-BE49-F238E27FC236}">
                    <a16:creationId xmlns:a16="http://schemas.microsoft.com/office/drawing/2014/main" id="{994E68DA-9CCB-4A4F-9DE2-392BC7A2C144}"/>
                  </a:ext>
                </a:extLst>
              </p:cNvPr>
              <p:cNvSpPr/>
              <p:nvPr/>
            </p:nvSpPr>
            <p:spPr>
              <a:xfrm>
                <a:off x="2611333" y="2125192"/>
                <a:ext cx="1248757" cy="1249156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3197" extrusionOk="0">
                    <a:moveTo>
                      <a:pt x="0" y="1"/>
                    </a:moveTo>
                    <a:lnTo>
                      <a:pt x="0" y="852"/>
                    </a:lnTo>
                    <a:lnTo>
                      <a:pt x="20" y="852"/>
                    </a:lnTo>
                    <a:cubicBezTo>
                      <a:pt x="104" y="845"/>
                      <a:pt x="189" y="819"/>
                      <a:pt x="260" y="774"/>
                    </a:cubicBezTo>
                    <a:cubicBezTo>
                      <a:pt x="331" y="728"/>
                      <a:pt x="414" y="702"/>
                      <a:pt x="499" y="702"/>
                    </a:cubicBezTo>
                    <a:cubicBezTo>
                      <a:pt x="523" y="702"/>
                      <a:pt x="548" y="705"/>
                      <a:pt x="572" y="709"/>
                    </a:cubicBezTo>
                    <a:cubicBezTo>
                      <a:pt x="1089" y="806"/>
                      <a:pt x="1014" y="1566"/>
                      <a:pt x="494" y="1566"/>
                    </a:cubicBezTo>
                    <a:cubicBezTo>
                      <a:pt x="492" y="1566"/>
                      <a:pt x="490" y="1566"/>
                      <a:pt x="488" y="1566"/>
                    </a:cubicBezTo>
                    <a:lnTo>
                      <a:pt x="488" y="1566"/>
                    </a:lnTo>
                    <a:lnTo>
                      <a:pt x="494" y="1573"/>
                    </a:lnTo>
                    <a:cubicBezTo>
                      <a:pt x="410" y="1573"/>
                      <a:pt x="332" y="1547"/>
                      <a:pt x="260" y="1501"/>
                    </a:cubicBezTo>
                    <a:cubicBezTo>
                      <a:pt x="189" y="1456"/>
                      <a:pt x="104" y="1423"/>
                      <a:pt x="20" y="1423"/>
                    </a:cubicBezTo>
                    <a:lnTo>
                      <a:pt x="0" y="1423"/>
                    </a:lnTo>
                    <a:lnTo>
                      <a:pt x="0" y="2268"/>
                    </a:lnTo>
                    <a:lnTo>
                      <a:pt x="851" y="2268"/>
                    </a:lnTo>
                    <a:lnTo>
                      <a:pt x="851" y="2287"/>
                    </a:lnTo>
                    <a:cubicBezTo>
                      <a:pt x="845" y="2371"/>
                      <a:pt x="819" y="2456"/>
                      <a:pt x="773" y="2527"/>
                    </a:cubicBezTo>
                    <a:cubicBezTo>
                      <a:pt x="591" y="2820"/>
                      <a:pt x="793" y="3196"/>
                      <a:pt x="1137" y="3196"/>
                    </a:cubicBezTo>
                    <a:cubicBezTo>
                      <a:pt x="1481" y="3196"/>
                      <a:pt x="1682" y="2820"/>
                      <a:pt x="1501" y="2527"/>
                    </a:cubicBezTo>
                    <a:cubicBezTo>
                      <a:pt x="1455" y="2456"/>
                      <a:pt x="1429" y="2371"/>
                      <a:pt x="1429" y="2287"/>
                    </a:cubicBezTo>
                    <a:lnTo>
                      <a:pt x="1429" y="2268"/>
                    </a:lnTo>
                    <a:lnTo>
                      <a:pt x="2273" y="2268"/>
                    </a:lnTo>
                    <a:lnTo>
                      <a:pt x="2273" y="1423"/>
                    </a:lnTo>
                    <a:lnTo>
                      <a:pt x="2293" y="1423"/>
                    </a:lnTo>
                    <a:cubicBezTo>
                      <a:pt x="2377" y="1423"/>
                      <a:pt x="2462" y="1456"/>
                      <a:pt x="2533" y="1501"/>
                    </a:cubicBezTo>
                    <a:cubicBezTo>
                      <a:pt x="2607" y="1548"/>
                      <a:pt x="2687" y="1570"/>
                      <a:pt x="2765" y="1570"/>
                    </a:cubicBezTo>
                    <a:cubicBezTo>
                      <a:pt x="2988" y="1570"/>
                      <a:pt x="3196" y="1393"/>
                      <a:pt x="3196" y="1137"/>
                    </a:cubicBezTo>
                    <a:cubicBezTo>
                      <a:pt x="3196" y="882"/>
                      <a:pt x="2988" y="705"/>
                      <a:pt x="2765" y="705"/>
                    </a:cubicBezTo>
                    <a:cubicBezTo>
                      <a:pt x="2687" y="705"/>
                      <a:pt x="2607" y="727"/>
                      <a:pt x="2533" y="774"/>
                    </a:cubicBezTo>
                    <a:cubicBezTo>
                      <a:pt x="2462" y="819"/>
                      <a:pt x="2377" y="845"/>
                      <a:pt x="2293" y="852"/>
                    </a:cubicBezTo>
                    <a:lnTo>
                      <a:pt x="2273" y="852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rgbClr val="EBAA7F"/>
              </a:solidFill>
              <a:ln>
                <a:solidFill>
                  <a:srgbClr val="ED7D3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" name="Google Shape;871;p26">
            <a:extLst>
              <a:ext uri="{FF2B5EF4-FFF2-40B4-BE49-F238E27FC236}">
                <a16:creationId xmlns:a16="http://schemas.microsoft.com/office/drawing/2014/main" id="{4CBD5B99-94F3-4546-AE2C-527B24B76C0B}"/>
              </a:ext>
            </a:extLst>
          </p:cNvPr>
          <p:cNvSpPr/>
          <p:nvPr/>
        </p:nvSpPr>
        <p:spPr>
          <a:xfrm>
            <a:off x="10709860" y="1306931"/>
            <a:ext cx="492443" cy="523220"/>
          </a:xfrm>
          <a:custGeom>
            <a:avLst/>
            <a:gdLst/>
            <a:ahLst/>
            <a:cxnLst/>
            <a:rect l="l" t="t" r="r" b="b"/>
            <a:pathLst>
              <a:path w="3196" h="3197" extrusionOk="0">
                <a:moveTo>
                  <a:pt x="0" y="1"/>
                </a:moveTo>
                <a:lnTo>
                  <a:pt x="0" y="852"/>
                </a:lnTo>
                <a:lnTo>
                  <a:pt x="20" y="852"/>
                </a:lnTo>
                <a:cubicBezTo>
                  <a:pt x="104" y="845"/>
                  <a:pt x="189" y="819"/>
                  <a:pt x="260" y="774"/>
                </a:cubicBezTo>
                <a:cubicBezTo>
                  <a:pt x="331" y="728"/>
                  <a:pt x="414" y="702"/>
                  <a:pt x="499" y="702"/>
                </a:cubicBezTo>
                <a:cubicBezTo>
                  <a:pt x="523" y="702"/>
                  <a:pt x="548" y="705"/>
                  <a:pt x="572" y="709"/>
                </a:cubicBezTo>
                <a:cubicBezTo>
                  <a:pt x="1089" y="806"/>
                  <a:pt x="1014" y="1566"/>
                  <a:pt x="494" y="1566"/>
                </a:cubicBezTo>
                <a:cubicBezTo>
                  <a:pt x="492" y="1566"/>
                  <a:pt x="490" y="1566"/>
                  <a:pt x="488" y="1566"/>
                </a:cubicBezTo>
                <a:lnTo>
                  <a:pt x="488" y="1566"/>
                </a:lnTo>
                <a:lnTo>
                  <a:pt x="494" y="1573"/>
                </a:lnTo>
                <a:cubicBezTo>
                  <a:pt x="410" y="1573"/>
                  <a:pt x="332" y="1547"/>
                  <a:pt x="260" y="1501"/>
                </a:cubicBezTo>
                <a:cubicBezTo>
                  <a:pt x="189" y="1456"/>
                  <a:pt x="104" y="1423"/>
                  <a:pt x="20" y="1423"/>
                </a:cubicBezTo>
                <a:lnTo>
                  <a:pt x="0" y="1423"/>
                </a:lnTo>
                <a:lnTo>
                  <a:pt x="0" y="2268"/>
                </a:lnTo>
                <a:lnTo>
                  <a:pt x="851" y="2268"/>
                </a:lnTo>
                <a:lnTo>
                  <a:pt x="851" y="2287"/>
                </a:lnTo>
                <a:cubicBezTo>
                  <a:pt x="845" y="2371"/>
                  <a:pt x="819" y="2456"/>
                  <a:pt x="773" y="2527"/>
                </a:cubicBezTo>
                <a:cubicBezTo>
                  <a:pt x="591" y="2820"/>
                  <a:pt x="793" y="3196"/>
                  <a:pt x="1137" y="3196"/>
                </a:cubicBezTo>
                <a:cubicBezTo>
                  <a:pt x="1481" y="3196"/>
                  <a:pt x="1682" y="2820"/>
                  <a:pt x="1501" y="2527"/>
                </a:cubicBezTo>
                <a:cubicBezTo>
                  <a:pt x="1455" y="2456"/>
                  <a:pt x="1429" y="2371"/>
                  <a:pt x="1429" y="2287"/>
                </a:cubicBezTo>
                <a:lnTo>
                  <a:pt x="1429" y="2268"/>
                </a:lnTo>
                <a:lnTo>
                  <a:pt x="2273" y="2268"/>
                </a:lnTo>
                <a:lnTo>
                  <a:pt x="2273" y="1423"/>
                </a:lnTo>
                <a:lnTo>
                  <a:pt x="2293" y="1423"/>
                </a:lnTo>
                <a:cubicBezTo>
                  <a:pt x="2377" y="1423"/>
                  <a:pt x="2462" y="1456"/>
                  <a:pt x="2533" y="1501"/>
                </a:cubicBezTo>
                <a:cubicBezTo>
                  <a:pt x="2607" y="1548"/>
                  <a:pt x="2687" y="1570"/>
                  <a:pt x="2765" y="1570"/>
                </a:cubicBezTo>
                <a:cubicBezTo>
                  <a:pt x="2988" y="1570"/>
                  <a:pt x="3196" y="1393"/>
                  <a:pt x="3196" y="1137"/>
                </a:cubicBezTo>
                <a:cubicBezTo>
                  <a:pt x="3196" y="882"/>
                  <a:pt x="2988" y="705"/>
                  <a:pt x="2765" y="705"/>
                </a:cubicBezTo>
                <a:cubicBezTo>
                  <a:pt x="2687" y="705"/>
                  <a:pt x="2607" y="727"/>
                  <a:pt x="2533" y="774"/>
                </a:cubicBezTo>
                <a:cubicBezTo>
                  <a:pt x="2462" y="819"/>
                  <a:pt x="2377" y="845"/>
                  <a:pt x="2293" y="852"/>
                </a:cubicBezTo>
                <a:lnTo>
                  <a:pt x="2273" y="852"/>
                </a:lnTo>
                <a:lnTo>
                  <a:pt x="2273" y="1"/>
                </a:lnTo>
                <a:close/>
              </a:path>
            </a:pathLst>
          </a:custGeom>
          <a:solidFill>
            <a:srgbClr val="FAE0CA"/>
          </a:solidFill>
          <a:ln>
            <a:solidFill>
              <a:srgbClr val="EF8D4B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6" name="Google Shape;871;p26">
            <a:extLst>
              <a:ext uri="{FF2B5EF4-FFF2-40B4-BE49-F238E27FC236}">
                <a16:creationId xmlns:a16="http://schemas.microsoft.com/office/drawing/2014/main" id="{3528E3E5-6155-4361-AD3B-2A724FBDA50A}"/>
              </a:ext>
            </a:extLst>
          </p:cNvPr>
          <p:cNvSpPr/>
          <p:nvPr/>
        </p:nvSpPr>
        <p:spPr>
          <a:xfrm>
            <a:off x="10709860" y="2154436"/>
            <a:ext cx="492443" cy="523220"/>
          </a:xfrm>
          <a:custGeom>
            <a:avLst/>
            <a:gdLst/>
            <a:ahLst/>
            <a:cxnLst/>
            <a:rect l="l" t="t" r="r" b="b"/>
            <a:pathLst>
              <a:path w="3196" h="3197" extrusionOk="0">
                <a:moveTo>
                  <a:pt x="0" y="1"/>
                </a:moveTo>
                <a:lnTo>
                  <a:pt x="0" y="852"/>
                </a:lnTo>
                <a:lnTo>
                  <a:pt x="20" y="852"/>
                </a:lnTo>
                <a:cubicBezTo>
                  <a:pt x="104" y="845"/>
                  <a:pt x="189" y="819"/>
                  <a:pt x="260" y="774"/>
                </a:cubicBezTo>
                <a:cubicBezTo>
                  <a:pt x="331" y="728"/>
                  <a:pt x="414" y="702"/>
                  <a:pt x="499" y="702"/>
                </a:cubicBezTo>
                <a:cubicBezTo>
                  <a:pt x="523" y="702"/>
                  <a:pt x="548" y="705"/>
                  <a:pt x="572" y="709"/>
                </a:cubicBezTo>
                <a:cubicBezTo>
                  <a:pt x="1089" y="806"/>
                  <a:pt x="1014" y="1566"/>
                  <a:pt x="494" y="1566"/>
                </a:cubicBezTo>
                <a:cubicBezTo>
                  <a:pt x="492" y="1566"/>
                  <a:pt x="490" y="1566"/>
                  <a:pt x="488" y="1566"/>
                </a:cubicBezTo>
                <a:lnTo>
                  <a:pt x="488" y="1566"/>
                </a:lnTo>
                <a:lnTo>
                  <a:pt x="494" y="1573"/>
                </a:lnTo>
                <a:cubicBezTo>
                  <a:pt x="410" y="1573"/>
                  <a:pt x="332" y="1547"/>
                  <a:pt x="260" y="1501"/>
                </a:cubicBezTo>
                <a:cubicBezTo>
                  <a:pt x="189" y="1456"/>
                  <a:pt x="104" y="1423"/>
                  <a:pt x="20" y="1423"/>
                </a:cubicBezTo>
                <a:lnTo>
                  <a:pt x="0" y="1423"/>
                </a:lnTo>
                <a:lnTo>
                  <a:pt x="0" y="2268"/>
                </a:lnTo>
                <a:lnTo>
                  <a:pt x="851" y="2268"/>
                </a:lnTo>
                <a:lnTo>
                  <a:pt x="851" y="2287"/>
                </a:lnTo>
                <a:cubicBezTo>
                  <a:pt x="845" y="2371"/>
                  <a:pt x="819" y="2456"/>
                  <a:pt x="773" y="2527"/>
                </a:cubicBezTo>
                <a:cubicBezTo>
                  <a:pt x="591" y="2820"/>
                  <a:pt x="793" y="3196"/>
                  <a:pt x="1137" y="3196"/>
                </a:cubicBezTo>
                <a:cubicBezTo>
                  <a:pt x="1481" y="3196"/>
                  <a:pt x="1682" y="2820"/>
                  <a:pt x="1501" y="2527"/>
                </a:cubicBezTo>
                <a:cubicBezTo>
                  <a:pt x="1455" y="2456"/>
                  <a:pt x="1429" y="2371"/>
                  <a:pt x="1429" y="2287"/>
                </a:cubicBezTo>
                <a:lnTo>
                  <a:pt x="1429" y="2268"/>
                </a:lnTo>
                <a:lnTo>
                  <a:pt x="2273" y="2268"/>
                </a:lnTo>
                <a:lnTo>
                  <a:pt x="2273" y="1423"/>
                </a:lnTo>
                <a:lnTo>
                  <a:pt x="2293" y="1423"/>
                </a:lnTo>
                <a:cubicBezTo>
                  <a:pt x="2377" y="1423"/>
                  <a:pt x="2462" y="1456"/>
                  <a:pt x="2533" y="1501"/>
                </a:cubicBezTo>
                <a:cubicBezTo>
                  <a:pt x="2607" y="1548"/>
                  <a:pt x="2687" y="1570"/>
                  <a:pt x="2765" y="1570"/>
                </a:cubicBezTo>
                <a:cubicBezTo>
                  <a:pt x="2988" y="1570"/>
                  <a:pt x="3196" y="1393"/>
                  <a:pt x="3196" y="1137"/>
                </a:cubicBezTo>
                <a:cubicBezTo>
                  <a:pt x="3196" y="882"/>
                  <a:pt x="2988" y="705"/>
                  <a:pt x="2765" y="705"/>
                </a:cubicBezTo>
                <a:cubicBezTo>
                  <a:pt x="2687" y="705"/>
                  <a:pt x="2607" y="727"/>
                  <a:pt x="2533" y="774"/>
                </a:cubicBezTo>
                <a:cubicBezTo>
                  <a:pt x="2462" y="819"/>
                  <a:pt x="2377" y="845"/>
                  <a:pt x="2293" y="852"/>
                </a:cubicBezTo>
                <a:lnTo>
                  <a:pt x="2273" y="852"/>
                </a:lnTo>
                <a:lnTo>
                  <a:pt x="2273" y="1"/>
                </a:lnTo>
                <a:close/>
              </a:path>
            </a:pathLst>
          </a:custGeom>
          <a:solidFill>
            <a:srgbClr val="14A4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0" name="Google Shape;871;p26">
            <a:extLst>
              <a:ext uri="{FF2B5EF4-FFF2-40B4-BE49-F238E27FC236}">
                <a16:creationId xmlns:a16="http://schemas.microsoft.com/office/drawing/2014/main" id="{142C6824-014E-4B0D-AED8-87566ED38B84}"/>
              </a:ext>
            </a:extLst>
          </p:cNvPr>
          <p:cNvSpPr/>
          <p:nvPr/>
        </p:nvSpPr>
        <p:spPr>
          <a:xfrm>
            <a:off x="10709860" y="3001941"/>
            <a:ext cx="492443" cy="523220"/>
          </a:xfrm>
          <a:custGeom>
            <a:avLst/>
            <a:gdLst/>
            <a:ahLst/>
            <a:cxnLst/>
            <a:rect l="l" t="t" r="r" b="b"/>
            <a:pathLst>
              <a:path w="3196" h="3197" extrusionOk="0">
                <a:moveTo>
                  <a:pt x="0" y="1"/>
                </a:moveTo>
                <a:lnTo>
                  <a:pt x="0" y="852"/>
                </a:lnTo>
                <a:lnTo>
                  <a:pt x="20" y="852"/>
                </a:lnTo>
                <a:cubicBezTo>
                  <a:pt x="104" y="845"/>
                  <a:pt x="189" y="819"/>
                  <a:pt x="260" y="774"/>
                </a:cubicBezTo>
                <a:cubicBezTo>
                  <a:pt x="331" y="728"/>
                  <a:pt x="414" y="702"/>
                  <a:pt x="499" y="702"/>
                </a:cubicBezTo>
                <a:cubicBezTo>
                  <a:pt x="523" y="702"/>
                  <a:pt x="548" y="705"/>
                  <a:pt x="572" y="709"/>
                </a:cubicBezTo>
                <a:cubicBezTo>
                  <a:pt x="1089" y="806"/>
                  <a:pt x="1014" y="1566"/>
                  <a:pt x="494" y="1566"/>
                </a:cubicBezTo>
                <a:cubicBezTo>
                  <a:pt x="492" y="1566"/>
                  <a:pt x="490" y="1566"/>
                  <a:pt x="488" y="1566"/>
                </a:cubicBezTo>
                <a:lnTo>
                  <a:pt x="488" y="1566"/>
                </a:lnTo>
                <a:lnTo>
                  <a:pt x="494" y="1573"/>
                </a:lnTo>
                <a:cubicBezTo>
                  <a:pt x="410" y="1573"/>
                  <a:pt x="332" y="1547"/>
                  <a:pt x="260" y="1501"/>
                </a:cubicBezTo>
                <a:cubicBezTo>
                  <a:pt x="189" y="1456"/>
                  <a:pt x="104" y="1423"/>
                  <a:pt x="20" y="1423"/>
                </a:cubicBezTo>
                <a:lnTo>
                  <a:pt x="0" y="1423"/>
                </a:lnTo>
                <a:lnTo>
                  <a:pt x="0" y="2268"/>
                </a:lnTo>
                <a:lnTo>
                  <a:pt x="851" y="2268"/>
                </a:lnTo>
                <a:lnTo>
                  <a:pt x="851" y="2287"/>
                </a:lnTo>
                <a:cubicBezTo>
                  <a:pt x="845" y="2371"/>
                  <a:pt x="819" y="2456"/>
                  <a:pt x="773" y="2527"/>
                </a:cubicBezTo>
                <a:cubicBezTo>
                  <a:pt x="591" y="2820"/>
                  <a:pt x="793" y="3196"/>
                  <a:pt x="1137" y="3196"/>
                </a:cubicBezTo>
                <a:cubicBezTo>
                  <a:pt x="1481" y="3196"/>
                  <a:pt x="1682" y="2820"/>
                  <a:pt x="1501" y="2527"/>
                </a:cubicBezTo>
                <a:cubicBezTo>
                  <a:pt x="1455" y="2456"/>
                  <a:pt x="1429" y="2371"/>
                  <a:pt x="1429" y="2287"/>
                </a:cubicBezTo>
                <a:lnTo>
                  <a:pt x="1429" y="2268"/>
                </a:lnTo>
                <a:lnTo>
                  <a:pt x="2273" y="2268"/>
                </a:lnTo>
                <a:lnTo>
                  <a:pt x="2273" y="1423"/>
                </a:lnTo>
                <a:lnTo>
                  <a:pt x="2293" y="1423"/>
                </a:lnTo>
                <a:cubicBezTo>
                  <a:pt x="2377" y="1423"/>
                  <a:pt x="2462" y="1456"/>
                  <a:pt x="2533" y="1501"/>
                </a:cubicBezTo>
                <a:cubicBezTo>
                  <a:pt x="2607" y="1548"/>
                  <a:pt x="2687" y="1570"/>
                  <a:pt x="2765" y="1570"/>
                </a:cubicBezTo>
                <a:cubicBezTo>
                  <a:pt x="2988" y="1570"/>
                  <a:pt x="3196" y="1393"/>
                  <a:pt x="3196" y="1137"/>
                </a:cubicBezTo>
                <a:cubicBezTo>
                  <a:pt x="3196" y="882"/>
                  <a:pt x="2988" y="705"/>
                  <a:pt x="2765" y="705"/>
                </a:cubicBezTo>
                <a:cubicBezTo>
                  <a:pt x="2687" y="705"/>
                  <a:pt x="2607" y="727"/>
                  <a:pt x="2533" y="774"/>
                </a:cubicBezTo>
                <a:cubicBezTo>
                  <a:pt x="2462" y="819"/>
                  <a:pt x="2377" y="845"/>
                  <a:pt x="2293" y="852"/>
                </a:cubicBezTo>
                <a:lnTo>
                  <a:pt x="2273" y="852"/>
                </a:lnTo>
                <a:lnTo>
                  <a:pt x="2273" y="1"/>
                </a:lnTo>
                <a:close/>
              </a:path>
            </a:pathLst>
          </a:custGeom>
          <a:solidFill>
            <a:srgbClr val="F5B6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871;p26">
            <a:extLst>
              <a:ext uri="{FF2B5EF4-FFF2-40B4-BE49-F238E27FC236}">
                <a16:creationId xmlns:a16="http://schemas.microsoft.com/office/drawing/2014/main" id="{16C6C0CC-AF50-4852-BB8E-BCB0395C0450}"/>
              </a:ext>
            </a:extLst>
          </p:cNvPr>
          <p:cNvSpPr/>
          <p:nvPr/>
        </p:nvSpPr>
        <p:spPr>
          <a:xfrm>
            <a:off x="10709860" y="3849446"/>
            <a:ext cx="492443" cy="523220"/>
          </a:xfrm>
          <a:custGeom>
            <a:avLst/>
            <a:gdLst/>
            <a:ahLst/>
            <a:cxnLst/>
            <a:rect l="l" t="t" r="r" b="b"/>
            <a:pathLst>
              <a:path w="3196" h="3197" extrusionOk="0">
                <a:moveTo>
                  <a:pt x="0" y="1"/>
                </a:moveTo>
                <a:lnTo>
                  <a:pt x="0" y="852"/>
                </a:lnTo>
                <a:lnTo>
                  <a:pt x="20" y="852"/>
                </a:lnTo>
                <a:cubicBezTo>
                  <a:pt x="104" y="845"/>
                  <a:pt x="189" y="819"/>
                  <a:pt x="260" y="774"/>
                </a:cubicBezTo>
                <a:cubicBezTo>
                  <a:pt x="331" y="728"/>
                  <a:pt x="414" y="702"/>
                  <a:pt x="499" y="702"/>
                </a:cubicBezTo>
                <a:cubicBezTo>
                  <a:pt x="523" y="702"/>
                  <a:pt x="548" y="705"/>
                  <a:pt x="572" y="709"/>
                </a:cubicBezTo>
                <a:cubicBezTo>
                  <a:pt x="1089" y="806"/>
                  <a:pt x="1014" y="1566"/>
                  <a:pt x="494" y="1566"/>
                </a:cubicBezTo>
                <a:cubicBezTo>
                  <a:pt x="492" y="1566"/>
                  <a:pt x="490" y="1566"/>
                  <a:pt x="488" y="1566"/>
                </a:cubicBezTo>
                <a:lnTo>
                  <a:pt x="488" y="1566"/>
                </a:lnTo>
                <a:lnTo>
                  <a:pt x="494" y="1573"/>
                </a:lnTo>
                <a:cubicBezTo>
                  <a:pt x="410" y="1573"/>
                  <a:pt x="332" y="1547"/>
                  <a:pt x="260" y="1501"/>
                </a:cubicBezTo>
                <a:cubicBezTo>
                  <a:pt x="189" y="1456"/>
                  <a:pt x="104" y="1423"/>
                  <a:pt x="20" y="1423"/>
                </a:cubicBezTo>
                <a:lnTo>
                  <a:pt x="0" y="1423"/>
                </a:lnTo>
                <a:lnTo>
                  <a:pt x="0" y="2268"/>
                </a:lnTo>
                <a:lnTo>
                  <a:pt x="851" y="2268"/>
                </a:lnTo>
                <a:lnTo>
                  <a:pt x="851" y="2287"/>
                </a:lnTo>
                <a:cubicBezTo>
                  <a:pt x="845" y="2371"/>
                  <a:pt x="819" y="2456"/>
                  <a:pt x="773" y="2527"/>
                </a:cubicBezTo>
                <a:cubicBezTo>
                  <a:pt x="591" y="2820"/>
                  <a:pt x="793" y="3196"/>
                  <a:pt x="1137" y="3196"/>
                </a:cubicBezTo>
                <a:cubicBezTo>
                  <a:pt x="1481" y="3196"/>
                  <a:pt x="1682" y="2820"/>
                  <a:pt x="1501" y="2527"/>
                </a:cubicBezTo>
                <a:cubicBezTo>
                  <a:pt x="1455" y="2456"/>
                  <a:pt x="1429" y="2371"/>
                  <a:pt x="1429" y="2287"/>
                </a:cubicBezTo>
                <a:lnTo>
                  <a:pt x="1429" y="2268"/>
                </a:lnTo>
                <a:lnTo>
                  <a:pt x="2273" y="2268"/>
                </a:lnTo>
                <a:lnTo>
                  <a:pt x="2273" y="1423"/>
                </a:lnTo>
                <a:lnTo>
                  <a:pt x="2293" y="1423"/>
                </a:lnTo>
                <a:cubicBezTo>
                  <a:pt x="2377" y="1423"/>
                  <a:pt x="2462" y="1456"/>
                  <a:pt x="2533" y="1501"/>
                </a:cubicBezTo>
                <a:cubicBezTo>
                  <a:pt x="2607" y="1548"/>
                  <a:pt x="2687" y="1570"/>
                  <a:pt x="2765" y="1570"/>
                </a:cubicBezTo>
                <a:cubicBezTo>
                  <a:pt x="2988" y="1570"/>
                  <a:pt x="3196" y="1393"/>
                  <a:pt x="3196" y="1137"/>
                </a:cubicBezTo>
                <a:cubicBezTo>
                  <a:pt x="3196" y="882"/>
                  <a:pt x="2988" y="705"/>
                  <a:pt x="2765" y="705"/>
                </a:cubicBezTo>
                <a:cubicBezTo>
                  <a:pt x="2687" y="705"/>
                  <a:pt x="2607" y="727"/>
                  <a:pt x="2533" y="774"/>
                </a:cubicBezTo>
                <a:cubicBezTo>
                  <a:pt x="2462" y="819"/>
                  <a:pt x="2377" y="845"/>
                  <a:pt x="2293" y="852"/>
                </a:cubicBezTo>
                <a:lnTo>
                  <a:pt x="2273" y="852"/>
                </a:lnTo>
                <a:lnTo>
                  <a:pt x="2273" y="1"/>
                </a:lnTo>
                <a:close/>
              </a:path>
            </a:pathLst>
          </a:custGeom>
          <a:solidFill>
            <a:srgbClr val="287B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71;p26">
            <a:extLst>
              <a:ext uri="{FF2B5EF4-FFF2-40B4-BE49-F238E27FC236}">
                <a16:creationId xmlns:a16="http://schemas.microsoft.com/office/drawing/2014/main" id="{554C1C60-C349-4D73-8514-6BF5DF754E6B}"/>
              </a:ext>
            </a:extLst>
          </p:cNvPr>
          <p:cNvSpPr/>
          <p:nvPr/>
        </p:nvSpPr>
        <p:spPr>
          <a:xfrm>
            <a:off x="10709860" y="5118472"/>
            <a:ext cx="492443" cy="523220"/>
          </a:xfrm>
          <a:custGeom>
            <a:avLst/>
            <a:gdLst/>
            <a:ahLst/>
            <a:cxnLst/>
            <a:rect l="l" t="t" r="r" b="b"/>
            <a:pathLst>
              <a:path w="3196" h="3197" extrusionOk="0">
                <a:moveTo>
                  <a:pt x="0" y="1"/>
                </a:moveTo>
                <a:lnTo>
                  <a:pt x="0" y="852"/>
                </a:lnTo>
                <a:lnTo>
                  <a:pt x="20" y="852"/>
                </a:lnTo>
                <a:cubicBezTo>
                  <a:pt x="104" y="845"/>
                  <a:pt x="189" y="819"/>
                  <a:pt x="260" y="774"/>
                </a:cubicBezTo>
                <a:cubicBezTo>
                  <a:pt x="331" y="728"/>
                  <a:pt x="414" y="702"/>
                  <a:pt x="499" y="702"/>
                </a:cubicBezTo>
                <a:cubicBezTo>
                  <a:pt x="523" y="702"/>
                  <a:pt x="548" y="705"/>
                  <a:pt x="572" y="709"/>
                </a:cubicBezTo>
                <a:cubicBezTo>
                  <a:pt x="1089" y="806"/>
                  <a:pt x="1014" y="1566"/>
                  <a:pt x="494" y="1566"/>
                </a:cubicBezTo>
                <a:cubicBezTo>
                  <a:pt x="492" y="1566"/>
                  <a:pt x="490" y="1566"/>
                  <a:pt x="488" y="1566"/>
                </a:cubicBezTo>
                <a:lnTo>
                  <a:pt x="488" y="1566"/>
                </a:lnTo>
                <a:lnTo>
                  <a:pt x="494" y="1573"/>
                </a:lnTo>
                <a:cubicBezTo>
                  <a:pt x="410" y="1573"/>
                  <a:pt x="332" y="1547"/>
                  <a:pt x="260" y="1501"/>
                </a:cubicBezTo>
                <a:cubicBezTo>
                  <a:pt x="189" y="1456"/>
                  <a:pt x="104" y="1423"/>
                  <a:pt x="20" y="1423"/>
                </a:cubicBezTo>
                <a:lnTo>
                  <a:pt x="0" y="1423"/>
                </a:lnTo>
                <a:lnTo>
                  <a:pt x="0" y="2268"/>
                </a:lnTo>
                <a:lnTo>
                  <a:pt x="851" y="2268"/>
                </a:lnTo>
                <a:lnTo>
                  <a:pt x="851" y="2287"/>
                </a:lnTo>
                <a:cubicBezTo>
                  <a:pt x="845" y="2371"/>
                  <a:pt x="819" y="2456"/>
                  <a:pt x="773" y="2527"/>
                </a:cubicBezTo>
                <a:cubicBezTo>
                  <a:pt x="591" y="2820"/>
                  <a:pt x="793" y="3196"/>
                  <a:pt x="1137" y="3196"/>
                </a:cubicBezTo>
                <a:cubicBezTo>
                  <a:pt x="1481" y="3196"/>
                  <a:pt x="1682" y="2820"/>
                  <a:pt x="1501" y="2527"/>
                </a:cubicBezTo>
                <a:cubicBezTo>
                  <a:pt x="1455" y="2456"/>
                  <a:pt x="1429" y="2371"/>
                  <a:pt x="1429" y="2287"/>
                </a:cubicBezTo>
                <a:lnTo>
                  <a:pt x="1429" y="2268"/>
                </a:lnTo>
                <a:lnTo>
                  <a:pt x="2273" y="2268"/>
                </a:lnTo>
                <a:lnTo>
                  <a:pt x="2273" y="1423"/>
                </a:lnTo>
                <a:lnTo>
                  <a:pt x="2293" y="1423"/>
                </a:lnTo>
                <a:cubicBezTo>
                  <a:pt x="2377" y="1423"/>
                  <a:pt x="2462" y="1456"/>
                  <a:pt x="2533" y="1501"/>
                </a:cubicBezTo>
                <a:cubicBezTo>
                  <a:pt x="2607" y="1548"/>
                  <a:pt x="2687" y="1570"/>
                  <a:pt x="2765" y="1570"/>
                </a:cubicBezTo>
                <a:cubicBezTo>
                  <a:pt x="2988" y="1570"/>
                  <a:pt x="3196" y="1393"/>
                  <a:pt x="3196" y="1137"/>
                </a:cubicBezTo>
                <a:cubicBezTo>
                  <a:pt x="3196" y="882"/>
                  <a:pt x="2988" y="705"/>
                  <a:pt x="2765" y="705"/>
                </a:cubicBezTo>
                <a:cubicBezTo>
                  <a:pt x="2687" y="705"/>
                  <a:pt x="2607" y="727"/>
                  <a:pt x="2533" y="774"/>
                </a:cubicBezTo>
                <a:cubicBezTo>
                  <a:pt x="2462" y="819"/>
                  <a:pt x="2377" y="845"/>
                  <a:pt x="2293" y="852"/>
                </a:cubicBezTo>
                <a:lnTo>
                  <a:pt x="2273" y="852"/>
                </a:lnTo>
                <a:lnTo>
                  <a:pt x="2273" y="1"/>
                </a:lnTo>
                <a:close/>
              </a:path>
            </a:pathLst>
          </a:custGeom>
          <a:solidFill>
            <a:srgbClr val="EF8D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28FFFF-2F10-41CC-9878-1CC705C6C55A}"/>
              </a:ext>
            </a:extLst>
          </p:cNvPr>
          <p:cNvSpPr/>
          <p:nvPr/>
        </p:nvSpPr>
        <p:spPr>
          <a:xfrm>
            <a:off x="3971654" y="5129894"/>
            <a:ext cx="66159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JO" sz="2800" dirty="0">
                <a:solidFill>
                  <a:srgbClr val="002060"/>
                </a:solidFill>
              </a:rPr>
              <a:t>تطبيقات النموذج المعرفي على كل من مستويات التفكير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B5E75-683D-4D41-A40D-7D314B4C175B}"/>
              </a:ext>
            </a:extLst>
          </p:cNvPr>
          <p:cNvSpPr/>
          <p:nvPr/>
        </p:nvSpPr>
        <p:spPr>
          <a:xfrm>
            <a:off x="1857529" y="1228544"/>
            <a:ext cx="86419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JO" sz="2800" dirty="0">
                <a:solidFill>
                  <a:srgbClr val="002060"/>
                </a:solidFill>
              </a:rPr>
              <a:t>القسم الأول من مصادر المعرفة (البديهيات)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C63FFB-63EB-449B-94F4-B1A9D7C32BEA}"/>
              </a:ext>
            </a:extLst>
          </p:cNvPr>
          <p:cNvSpPr/>
          <p:nvPr/>
        </p:nvSpPr>
        <p:spPr>
          <a:xfrm>
            <a:off x="5956614" y="2957227"/>
            <a:ext cx="45929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JO" sz="2800" dirty="0">
                <a:solidFill>
                  <a:srgbClr val="002060"/>
                </a:solidFill>
              </a:rPr>
              <a:t>الواردات والمدخلات (الحواس الخمس)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C419B1-8E08-407F-B1D8-68E5F3577448}"/>
              </a:ext>
            </a:extLst>
          </p:cNvPr>
          <p:cNvSpPr/>
          <p:nvPr/>
        </p:nvSpPr>
        <p:spPr>
          <a:xfrm>
            <a:off x="248320" y="2154436"/>
            <a:ext cx="103012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JO" sz="2800" dirty="0">
                <a:solidFill>
                  <a:srgbClr val="002060"/>
                </a:solidFill>
              </a:rPr>
              <a:t>كيف نفكِّر (البيئة - الواردات والخواطر – عقل أو لا عقل بحسب طغيان النفس أو انقيادها)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FE6E5D-882D-4FB9-8C5E-1D69BF2E68E7}"/>
              </a:ext>
            </a:extLst>
          </p:cNvPr>
          <p:cNvSpPr/>
          <p:nvPr/>
        </p:nvSpPr>
        <p:spPr>
          <a:xfrm>
            <a:off x="864990" y="3877638"/>
            <a:ext cx="967925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JO" sz="2800" dirty="0">
                <a:solidFill>
                  <a:srgbClr val="002060"/>
                </a:solidFill>
              </a:rPr>
              <a:t>التفكير والمجاهدة واتباع الهوى (حس – تفكير قريب – عقل) + واجب معنى الفطرة </a:t>
            </a:r>
          </a:p>
          <a:p>
            <a:pPr algn="r" rtl="1"/>
            <a:r>
              <a:rPr lang="ar-JO" sz="2800" dirty="0">
                <a:solidFill>
                  <a:schemeClr val="accent2">
                    <a:lumMod val="75000"/>
                  </a:schemeClr>
                </a:solidFill>
              </a:rPr>
              <a:t>(مقاصد الشريعة لابن عاشور)</a:t>
            </a:r>
          </a:p>
        </p:txBody>
      </p:sp>
    </p:spTree>
    <p:extLst>
      <p:ext uri="{BB962C8B-B14F-4D97-AF65-F5344CB8AC3E}">
        <p14:creationId xmlns:p14="http://schemas.microsoft.com/office/powerpoint/2010/main" val="769630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" y="-2031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9" name="Rounded Rectangle 17">
            <a:extLst>
              <a:ext uri="{FF2B5EF4-FFF2-40B4-BE49-F238E27FC236}">
                <a16:creationId xmlns:a16="http://schemas.microsoft.com/office/drawing/2014/main" id="{4A24DABC-3FF6-4161-A8B7-77F8D9160730}"/>
              </a:ext>
            </a:extLst>
          </p:cNvPr>
          <p:cNvSpPr/>
          <p:nvPr/>
        </p:nvSpPr>
        <p:spPr>
          <a:xfrm>
            <a:off x="1846724" y="1732803"/>
            <a:ext cx="10187326" cy="3222058"/>
          </a:xfrm>
          <a:prstGeom prst="roundRect">
            <a:avLst>
              <a:gd name="adj" fmla="val 50000"/>
            </a:avLst>
          </a:prstGeom>
          <a:solidFill>
            <a:srgbClr val="007471"/>
          </a:soli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lvl="0" algn="ctr" defTabSz="914354"/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E8830FE-A040-4B68-8F4D-314D0FE7EAB9}"/>
              </a:ext>
            </a:extLst>
          </p:cNvPr>
          <p:cNvSpPr/>
          <p:nvPr/>
        </p:nvSpPr>
        <p:spPr>
          <a:xfrm>
            <a:off x="2007687" y="1991696"/>
            <a:ext cx="972967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JO" sz="7200" b="1" dirty="0">
                <a:solidFill>
                  <a:schemeClr val="bg1"/>
                </a:solidFill>
              </a:rPr>
              <a:t>المحور الثاني</a:t>
            </a:r>
          </a:p>
          <a:p>
            <a:pPr algn="ctr" rtl="1"/>
            <a:r>
              <a:rPr lang="ar-JO" sz="7200" b="1" dirty="0">
                <a:solidFill>
                  <a:schemeClr val="bg1"/>
                </a:solidFill>
              </a:rPr>
              <a:t>البديهيات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</p:spTree>
    <p:extLst>
      <p:ext uri="{BB962C8B-B14F-4D97-AF65-F5344CB8AC3E}">
        <p14:creationId xmlns:p14="http://schemas.microsoft.com/office/powerpoint/2010/main" val="494219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625" y="-2031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2DB4AB21-53AC-48A9-ADF4-81279295B4A3}"/>
              </a:ext>
            </a:extLst>
          </p:cNvPr>
          <p:cNvSpPr/>
          <p:nvPr/>
        </p:nvSpPr>
        <p:spPr>
          <a:xfrm>
            <a:off x="1327434" y="332509"/>
            <a:ext cx="9789459" cy="1819564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rgbClr val="E3E4EB"/>
              </a:gs>
              <a:gs pos="100000">
                <a:srgbClr val="E3E4EB">
                  <a:lumMod val="30000"/>
                  <a:lumOff val="70000"/>
                </a:srgbClr>
              </a:gs>
            </a:gsLst>
            <a:lin ang="2700000" scaled="0"/>
          </a:gra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algn="ctr" rtl="1"/>
            <a:r>
              <a:rPr lang="ar-JO" sz="4800" dirty="0">
                <a:solidFill>
                  <a:srgbClr val="002060"/>
                </a:solidFill>
              </a:rPr>
              <a:t>البديهيات : </a:t>
            </a:r>
            <a:br>
              <a:rPr lang="ar-JO" sz="4800" dirty="0">
                <a:solidFill>
                  <a:srgbClr val="002060"/>
                </a:solidFill>
              </a:rPr>
            </a:br>
            <a:r>
              <a:rPr lang="ar-JO" sz="4800" dirty="0">
                <a:solidFill>
                  <a:srgbClr val="002060"/>
                </a:solidFill>
              </a:rPr>
              <a:t>ما هي الأحكام العقليّة الأوليّة أو البديهيات ؟</a:t>
            </a:r>
            <a:endParaRPr lang="en-US" sz="4800" dirty="0">
              <a:solidFill>
                <a:srgbClr val="00206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D001AE-5D5E-4D01-9DF6-02BBDBBF7402}"/>
              </a:ext>
            </a:extLst>
          </p:cNvPr>
          <p:cNvSpPr/>
          <p:nvPr/>
        </p:nvSpPr>
        <p:spPr>
          <a:xfrm>
            <a:off x="4706662" y="2644686"/>
            <a:ext cx="2521054" cy="252105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3500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>
            <a:noFill/>
          </a:ln>
          <a:effectLst>
            <a:outerShdw blurRad="165100" dist="254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ar-JO" sz="4800" dirty="0">
                <a:solidFill>
                  <a:srgbClr val="002060"/>
                </a:solidFill>
              </a:rPr>
              <a:t>لها عدّة أسماء</a:t>
            </a:r>
            <a:endParaRPr lang="en-US" sz="4800" b="1" cap="all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2915EB-51FE-4ADC-84F6-814F6425AB5C}"/>
              </a:ext>
            </a:extLst>
          </p:cNvPr>
          <p:cNvSpPr/>
          <p:nvPr/>
        </p:nvSpPr>
        <p:spPr>
          <a:xfrm>
            <a:off x="7770877" y="3043263"/>
            <a:ext cx="316304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JO" sz="4400" dirty="0">
                <a:solidFill>
                  <a:srgbClr val="002060"/>
                </a:solidFill>
              </a:rPr>
              <a:t>المعارف الأوليّة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F2AC4E-CDD5-4C1E-A718-7B0201574F58}"/>
              </a:ext>
            </a:extLst>
          </p:cNvPr>
          <p:cNvSpPr/>
          <p:nvPr/>
        </p:nvSpPr>
        <p:spPr>
          <a:xfrm>
            <a:off x="1970386" y="3245990"/>
            <a:ext cx="193514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JO" sz="4400" dirty="0">
                <a:solidFill>
                  <a:srgbClr val="002060"/>
                </a:solidFill>
              </a:rPr>
              <a:t>البديهيات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8D16E9-A455-403D-B0ED-6F09DCAE6553}"/>
              </a:ext>
            </a:extLst>
          </p:cNvPr>
          <p:cNvSpPr/>
          <p:nvPr/>
        </p:nvSpPr>
        <p:spPr>
          <a:xfrm>
            <a:off x="4279163" y="5641594"/>
            <a:ext cx="38860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JO" sz="4400" dirty="0">
                <a:solidFill>
                  <a:srgbClr val="002060"/>
                </a:solidFill>
              </a:rPr>
              <a:t>المعارف الضروريّة 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CD639923-D218-4881-91F2-F288B6ABEE96}"/>
              </a:ext>
            </a:extLst>
          </p:cNvPr>
          <p:cNvSpPr/>
          <p:nvPr/>
        </p:nvSpPr>
        <p:spPr>
          <a:xfrm rot="19309025">
            <a:off x="4255310" y="2341902"/>
            <a:ext cx="3403190" cy="3187921"/>
          </a:xfrm>
          <a:prstGeom prst="arc">
            <a:avLst>
              <a:gd name="adj1" fmla="val 17993419"/>
              <a:gd name="adj2" fmla="val 3325004"/>
            </a:avLst>
          </a:prstGeom>
          <a:ln w="3175">
            <a:solidFill>
              <a:schemeClr val="accent4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066EFF4-A1EF-4992-BA15-70CB5C9A55B1}"/>
              </a:ext>
            </a:extLst>
          </p:cNvPr>
          <p:cNvSpPr/>
          <p:nvPr/>
        </p:nvSpPr>
        <p:spPr>
          <a:xfrm rot="19309025">
            <a:off x="4255310" y="2341902"/>
            <a:ext cx="3403190" cy="3187921"/>
          </a:xfrm>
          <a:prstGeom prst="arc">
            <a:avLst>
              <a:gd name="adj1" fmla="val 3641418"/>
              <a:gd name="adj2" fmla="val 10378261"/>
            </a:avLst>
          </a:prstGeom>
          <a:ln w="3175">
            <a:solidFill>
              <a:schemeClr val="accent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21436374-BFF4-407B-BCDC-177ED79FCFD9}"/>
              </a:ext>
            </a:extLst>
          </p:cNvPr>
          <p:cNvSpPr/>
          <p:nvPr/>
        </p:nvSpPr>
        <p:spPr>
          <a:xfrm rot="19309025">
            <a:off x="4255310" y="2341902"/>
            <a:ext cx="3403190" cy="3187921"/>
          </a:xfrm>
          <a:prstGeom prst="arc">
            <a:avLst>
              <a:gd name="adj1" fmla="val 10799791"/>
              <a:gd name="adj2" fmla="val 17647333"/>
            </a:avLst>
          </a:prstGeom>
          <a:ln w="3175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68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40">
            <a:extLst>
              <a:ext uri="{FF2B5EF4-FFF2-40B4-BE49-F238E27FC236}">
                <a16:creationId xmlns:a16="http://schemas.microsoft.com/office/drawing/2014/main" id="{F817972C-91CC-437B-836E-6935A1598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pSp>
        <p:nvGrpSpPr>
          <p:cNvPr id="9" name="Google Shape;1755;p37">
            <a:extLst>
              <a:ext uri="{FF2B5EF4-FFF2-40B4-BE49-F238E27FC236}">
                <a16:creationId xmlns:a16="http://schemas.microsoft.com/office/drawing/2014/main" id="{06989580-9F3C-4F3D-8951-68CF1E7547AA}"/>
              </a:ext>
            </a:extLst>
          </p:cNvPr>
          <p:cNvGrpSpPr/>
          <p:nvPr/>
        </p:nvGrpSpPr>
        <p:grpSpPr>
          <a:xfrm>
            <a:off x="5423977" y="1194745"/>
            <a:ext cx="6167205" cy="2234255"/>
            <a:chOff x="4629424" y="1020157"/>
            <a:chExt cx="4755041" cy="3328648"/>
          </a:xfrm>
        </p:grpSpPr>
        <p:grpSp>
          <p:nvGrpSpPr>
            <p:cNvPr id="19" name="Google Shape;1763;p37">
              <a:extLst>
                <a:ext uri="{FF2B5EF4-FFF2-40B4-BE49-F238E27FC236}">
                  <a16:creationId xmlns:a16="http://schemas.microsoft.com/office/drawing/2014/main" id="{818CD64A-D4D8-43C9-9C53-A88B2EFED8C9}"/>
                </a:ext>
              </a:extLst>
            </p:cNvPr>
            <p:cNvGrpSpPr/>
            <p:nvPr/>
          </p:nvGrpSpPr>
          <p:grpSpPr>
            <a:xfrm>
              <a:off x="4629424" y="1724240"/>
              <a:ext cx="117258" cy="392452"/>
              <a:chOff x="4558457" y="1900468"/>
              <a:chExt cx="131293" cy="439427"/>
            </a:xfrm>
          </p:grpSpPr>
          <p:sp>
            <p:nvSpPr>
              <p:cNvPr id="34" name="Google Shape;1778;p37">
                <a:extLst>
                  <a:ext uri="{FF2B5EF4-FFF2-40B4-BE49-F238E27FC236}">
                    <a16:creationId xmlns:a16="http://schemas.microsoft.com/office/drawing/2014/main" id="{0DE9280B-52DA-4586-971D-AAC76CA1FBB1}"/>
                  </a:ext>
                </a:extLst>
              </p:cNvPr>
              <p:cNvSpPr/>
              <p:nvPr/>
            </p:nvSpPr>
            <p:spPr>
              <a:xfrm>
                <a:off x="4652184" y="2205127"/>
                <a:ext cx="37566" cy="49775"/>
              </a:xfrm>
              <a:custGeom>
                <a:avLst/>
                <a:gdLst/>
                <a:ahLst/>
                <a:cxnLst/>
                <a:rect l="l" t="t" r="r" b="b"/>
                <a:pathLst>
                  <a:path w="400" h="530" extrusionOk="0">
                    <a:moveTo>
                      <a:pt x="329" y="0"/>
                    </a:moveTo>
                    <a:cubicBezTo>
                      <a:pt x="311" y="0"/>
                      <a:pt x="293" y="7"/>
                      <a:pt x="283" y="22"/>
                    </a:cubicBezTo>
                    <a:cubicBezTo>
                      <a:pt x="196" y="157"/>
                      <a:pt x="107" y="291"/>
                      <a:pt x="20" y="425"/>
                    </a:cubicBezTo>
                    <a:cubicBezTo>
                      <a:pt x="2" y="454"/>
                      <a:pt x="0" y="491"/>
                      <a:pt x="28" y="515"/>
                    </a:cubicBezTo>
                    <a:cubicBezTo>
                      <a:pt x="39" y="524"/>
                      <a:pt x="55" y="529"/>
                      <a:pt x="70" y="529"/>
                    </a:cubicBezTo>
                    <a:cubicBezTo>
                      <a:pt x="89" y="529"/>
                      <a:pt x="107" y="522"/>
                      <a:pt x="117" y="507"/>
                    </a:cubicBezTo>
                    <a:lnTo>
                      <a:pt x="380" y="103"/>
                    </a:lnTo>
                    <a:cubicBezTo>
                      <a:pt x="398" y="75"/>
                      <a:pt x="400" y="39"/>
                      <a:pt x="372" y="14"/>
                    </a:cubicBezTo>
                    <a:cubicBezTo>
                      <a:pt x="361" y="5"/>
                      <a:pt x="345" y="0"/>
                      <a:pt x="329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779;p37">
                <a:extLst>
                  <a:ext uri="{FF2B5EF4-FFF2-40B4-BE49-F238E27FC236}">
                    <a16:creationId xmlns:a16="http://schemas.microsoft.com/office/drawing/2014/main" id="{D9330007-B1B7-4C8D-A500-11B84CDE2A7E}"/>
                  </a:ext>
                </a:extLst>
              </p:cNvPr>
              <p:cNvSpPr/>
              <p:nvPr/>
            </p:nvSpPr>
            <p:spPr>
              <a:xfrm>
                <a:off x="4594332" y="2291435"/>
                <a:ext cx="35688" cy="48460"/>
              </a:xfrm>
              <a:custGeom>
                <a:avLst/>
                <a:gdLst/>
                <a:ahLst/>
                <a:cxnLst/>
                <a:rect l="l" t="t" r="r" b="b"/>
                <a:pathLst>
                  <a:path w="380" h="516" extrusionOk="0">
                    <a:moveTo>
                      <a:pt x="306" y="1"/>
                    </a:moveTo>
                    <a:cubicBezTo>
                      <a:pt x="282" y="1"/>
                      <a:pt x="262" y="14"/>
                      <a:pt x="248" y="36"/>
                    </a:cubicBezTo>
                    <a:cubicBezTo>
                      <a:pt x="172" y="167"/>
                      <a:pt x="95" y="296"/>
                      <a:pt x="17" y="426"/>
                    </a:cubicBezTo>
                    <a:cubicBezTo>
                      <a:pt x="0" y="454"/>
                      <a:pt x="18" y="497"/>
                      <a:pt x="48" y="510"/>
                    </a:cubicBezTo>
                    <a:cubicBezTo>
                      <a:pt x="57" y="513"/>
                      <a:pt x="65" y="515"/>
                      <a:pt x="74" y="515"/>
                    </a:cubicBezTo>
                    <a:cubicBezTo>
                      <a:pt x="97" y="515"/>
                      <a:pt x="118" y="502"/>
                      <a:pt x="131" y="480"/>
                    </a:cubicBezTo>
                    <a:cubicBezTo>
                      <a:pt x="208" y="350"/>
                      <a:pt x="286" y="221"/>
                      <a:pt x="363" y="91"/>
                    </a:cubicBezTo>
                    <a:cubicBezTo>
                      <a:pt x="379" y="62"/>
                      <a:pt x="362" y="19"/>
                      <a:pt x="333" y="7"/>
                    </a:cubicBezTo>
                    <a:cubicBezTo>
                      <a:pt x="324" y="3"/>
                      <a:pt x="315" y="1"/>
                      <a:pt x="306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" name="Google Shape;1780;p37">
                <a:extLst>
                  <a:ext uri="{FF2B5EF4-FFF2-40B4-BE49-F238E27FC236}">
                    <a16:creationId xmlns:a16="http://schemas.microsoft.com/office/drawing/2014/main" id="{FD4BAC05-430E-4795-BCC6-9C12FC320694}"/>
                  </a:ext>
                </a:extLst>
              </p:cNvPr>
              <p:cNvSpPr/>
              <p:nvPr/>
            </p:nvSpPr>
            <p:spPr>
              <a:xfrm>
                <a:off x="4558457" y="1900468"/>
                <a:ext cx="17844" cy="44046"/>
              </a:xfrm>
              <a:custGeom>
                <a:avLst/>
                <a:gdLst/>
                <a:ahLst/>
                <a:cxnLst/>
                <a:rect l="l" t="t" r="r" b="b"/>
                <a:pathLst>
                  <a:path w="190" h="469" extrusionOk="0">
                    <a:moveTo>
                      <a:pt x="69" y="0"/>
                    </a:moveTo>
                    <a:cubicBezTo>
                      <a:pt x="67" y="0"/>
                      <a:pt x="64" y="0"/>
                      <a:pt x="62" y="1"/>
                    </a:cubicBezTo>
                    <a:cubicBezTo>
                      <a:pt x="31" y="5"/>
                      <a:pt x="0" y="34"/>
                      <a:pt x="5" y="69"/>
                    </a:cubicBezTo>
                    <a:cubicBezTo>
                      <a:pt x="23" y="183"/>
                      <a:pt x="40" y="297"/>
                      <a:pt x="59" y="411"/>
                    </a:cubicBezTo>
                    <a:cubicBezTo>
                      <a:pt x="63" y="441"/>
                      <a:pt x="87" y="469"/>
                      <a:pt x="120" y="469"/>
                    </a:cubicBezTo>
                    <a:cubicBezTo>
                      <a:pt x="122" y="469"/>
                      <a:pt x="124" y="469"/>
                      <a:pt x="127" y="469"/>
                    </a:cubicBezTo>
                    <a:cubicBezTo>
                      <a:pt x="159" y="464"/>
                      <a:pt x="189" y="435"/>
                      <a:pt x="184" y="400"/>
                    </a:cubicBezTo>
                    <a:cubicBezTo>
                      <a:pt x="166" y="286"/>
                      <a:pt x="148" y="172"/>
                      <a:pt x="131" y="58"/>
                    </a:cubicBezTo>
                    <a:cubicBezTo>
                      <a:pt x="126" y="27"/>
                      <a:pt x="101" y="0"/>
                      <a:pt x="69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781;p37">
                <a:extLst>
                  <a:ext uri="{FF2B5EF4-FFF2-40B4-BE49-F238E27FC236}">
                    <a16:creationId xmlns:a16="http://schemas.microsoft.com/office/drawing/2014/main" id="{51D1369F-4E28-4598-8292-7D6D77674FE9}"/>
                  </a:ext>
                </a:extLst>
              </p:cNvPr>
              <p:cNvSpPr/>
              <p:nvPr/>
            </p:nvSpPr>
            <p:spPr>
              <a:xfrm>
                <a:off x="4572732" y="2006592"/>
                <a:ext cx="20849" cy="58133"/>
              </a:xfrm>
              <a:custGeom>
                <a:avLst/>
                <a:gdLst/>
                <a:ahLst/>
                <a:cxnLst/>
                <a:rect l="l" t="t" r="r" b="b"/>
                <a:pathLst>
                  <a:path w="222" h="619" extrusionOk="0">
                    <a:moveTo>
                      <a:pt x="70" y="1"/>
                    </a:moveTo>
                    <a:cubicBezTo>
                      <a:pt x="68" y="1"/>
                      <a:pt x="66" y="1"/>
                      <a:pt x="64" y="1"/>
                    </a:cubicBezTo>
                    <a:cubicBezTo>
                      <a:pt x="31" y="4"/>
                      <a:pt x="1" y="35"/>
                      <a:pt x="6" y="69"/>
                    </a:cubicBezTo>
                    <a:lnTo>
                      <a:pt x="90" y="561"/>
                    </a:lnTo>
                    <a:cubicBezTo>
                      <a:pt x="96" y="593"/>
                      <a:pt x="120" y="619"/>
                      <a:pt x="153" y="619"/>
                    </a:cubicBezTo>
                    <a:cubicBezTo>
                      <a:pt x="155" y="619"/>
                      <a:pt x="156" y="619"/>
                      <a:pt x="158" y="619"/>
                    </a:cubicBezTo>
                    <a:cubicBezTo>
                      <a:pt x="190" y="616"/>
                      <a:pt x="222" y="584"/>
                      <a:pt x="216" y="550"/>
                    </a:cubicBezTo>
                    <a:lnTo>
                      <a:pt x="132" y="58"/>
                    </a:lnTo>
                    <a:cubicBezTo>
                      <a:pt x="127" y="27"/>
                      <a:pt x="103" y="1"/>
                      <a:pt x="7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1782;p37">
              <a:extLst>
                <a:ext uri="{FF2B5EF4-FFF2-40B4-BE49-F238E27FC236}">
                  <a16:creationId xmlns:a16="http://schemas.microsoft.com/office/drawing/2014/main" id="{3769AD38-BE4C-4750-8186-3B3BB033714C}"/>
                </a:ext>
              </a:extLst>
            </p:cNvPr>
            <p:cNvSpPr/>
            <p:nvPr/>
          </p:nvSpPr>
          <p:spPr>
            <a:xfrm>
              <a:off x="5449129" y="1278815"/>
              <a:ext cx="3897147" cy="3069990"/>
            </a:xfrm>
            <a:custGeom>
              <a:avLst/>
              <a:gdLst/>
              <a:ahLst/>
              <a:cxnLst/>
              <a:rect l="l" t="t" r="r" b="b"/>
              <a:pathLst>
                <a:path w="31245" h="10371" extrusionOk="0">
                  <a:moveTo>
                    <a:pt x="273" y="0"/>
                  </a:moveTo>
                  <a:cubicBezTo>
                    <a:pt x="123" y="0"/>
                    <a:pt x="1" y="123"/>
                    <a:pt x="1" y="273"/>
                  </a:cubicBezTo>
                  <a:lnTo>
                    <a:pt x="1" y="10097"/>
                  </a:lnTo>
                  <a:cubicBezTo>
                    <a:pt x="1" y="10248"/>
                    <a:pt x="123" y="10371"/>
                    <a:pt x="273" y="10371"/>
                  </a:cubicBezTo>
                  <a:lnTo>
                    <a:pt x="30972" y="10371"/>
                  </a:lnTo>
                  <a:cubicBezTo>
                    <a:pt x="31123" y="10371"/>
                    <a:pt x="31245" y="10248"/>
                    <a:pt x="31245" y="10097"/>
                  </a:cubicBezTo>
                  <a:lnTo>
                    <a:pt x="31245" y="273"/>
                  </a:lnTo>
                  <a:cubicBezTo>
                    <a:pt x="31245" y="123"/>
                    <a:pt x="31123" y="0"/>
                    <a:pt x="309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60;p37">
              <a:extLst>
                <a:ext uri="{FF2B5EF4-FFF2-40B4-BE49-F238E27FC236}">
                  <a16:creationId xmlns:a16="http://schemas.microsoft.com/office/drawing/2014/main" id="{2A667F16-A877-4B20-ADE2-693BE7B8623F}"/>
                </a:ext>
              </a:extLst>
            </p:cNvPr>
            <p:cNvSpPr/>
            <p:nvPr/>
          </p:nvSpPr>
          <p:spPr>
            <a:xfrm>
              <a:off x="8698291" y="1020157"/>
              <a:ext cx="686174" cy="1066812"/>
            </a:xfrm>
            <a:custGeom>
              <a:avLst/>
              <a:gdLst/>
              <a:ahLst/>
              <a:cxnLst/>
              <a:rect l="l" t="t" r="r" b="b"/>
              <a:pathLst>
                <a:path w="10737" h="10737" extrusionOk="0">
                  <a:moveTo>
                    <a:pt x="5368" y="0"/>
                  </a:moveTo>
                  <a:cubicBezTo>
                    <a:pt x="2404" y="0"/>
                    <a:pt x="0" y="2403"/>
                    <a:pt x="0" y="5368"/>
                  </a:cubicBezTo>
                  <a:cubicBezTo>
                    <a:pt x="0" y="8333"/>
                    <a:pt x="2404" y="10736"/>
                    <a:pt x="5368" y="10736"/>
                  </a:cubicBezTo>
                  <a:cubicBezTo>
                    <a:pt x="8333" y="10736"/>
                    <a:pt x="10736" y="8333"/>
                    <a:pt x="10736" y="5368"/>
                  </a:cubicBezTo>
                  <a:cubicBezTo>
                    <a:pt x="10736" y="2403"/>
                    <a:pt x="8333" y="0"/>
                    <a:pt x="5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JO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2DB4AB21-53AC-48A9-ADF4-81279295B4A3}"/>
              </a:ext>
            </a:extLst>
          </p:cNvPr>
          <p:cNvSpPr/>
          <p:nvPr/>
        </p:nvSpPr>
        <p:spPr>
          <a:xfrm>
            <a:off x="6820283" y="155670"/>
            <a:ext cx="5109793" cy="1008365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rgbClr val="E3E4EB"/>
              </a:gs>
              <a:gs pos="100000">
                <a:srgbClr val="E3E4EB">
                  <a:lumMod val="30000"/>
                  <a:lumOff val="70000"/>
                </a:srgbClr>
              </a:gs>
            </a:gsLst>
            <a:lin ang="2700000" scaled="0"/>
          </a:gra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algn="ctr" rtl="1"/>
            <a:r>
              <a:rPr lang="ar-JO" sz="4800" dirty="0">
                <a:solidFill>
                  <a:srgbClr val="002060"/>
                </a:solidFill>
              </a:rPr>
              <a:t>لها ثلاثة أقسام</a:t>
            </a:r>
            <a:endParaRPr lang="en-US" sz="4800" dirty="0">
              <a:solidFill>
                <a:srgbClr val="002060"/>
              </a:solidFill>
            </a:endParaRPr>
          </a:p>
        </p:txBody>
      </p:sp>
      <p:sp>
        <p:nvSpPr>
          <p:cNvPr id="143" name="Google Shape;1782;p37">
            <a:extLst>
              <a:ext uri="{FF2B5EF4-FFF2-40B4-BE49-F238E27FC236}">
                <a16:creationId xmlns:a16="http://schemas.microsoft.com/office/drawing/2014/main" id="{2C13ADE8-4316-4F66-AFC8-956375A6F930}"/>
              </a:ext>
            </a:extLst>
          </p:cNvPr>
          <p:cNvSpPr/>
          <p:nvPr/>
        </p:nvSpPr>
        <p:spPr>
          <a:xfrm>
            <a:off x="1623790" y="813153"/>
            <a:ext cx="3860682" cy="2761846"/>
          </a:xfrm>
          <a:custGeom>
            <a:avLst/>
            <a:gdLst/>
            <a:ahLst/>
            <a:cxnLst/>
            <a:rect l="l" t="t" r="r" b="b"/>
            <a:pathLst>
              <a:path w="31245" h="10371" extrusionOk="0">
                <a:moveTo>
                  <a:pt x="273" y="0"/>
                </a:moveTo>
                <a:cubicBezTo>
                  <a:pt x="123" y="0"/>
                  <a:pt x="1" y="123"/>
                  <a:pt x="1" y="273"/>
                </a:cubicBezTo>
                <a:lnTo>
                  <a:pt x="1" y="10097"/>
                </a:lnTo>
                <a:cubicBezTo>
                  <a:pt x="1" y="10248"/>
                  <a:pt x="123" y="10371"/>
                  <a:pt x="273" y="10371"/>
                </a:cubicBezTo>
                <a:lnTo>
                  <a:pt x="30972" y="10371"/>
                </a:lnTo>
                <a:cubicBezTo>
                  <a:pt x="31123" y="10371"/>
                  <a:pt x="31245" y="10248"/>
                  <a:pt x="31245" y="10097"/>
                </a:cubicBezTo>
                <a:lnTo>
                  <a:pt x="31245" y="273"/>
                </a:lnTo>
                <a:cubicBezTo>
                  <a:pt x="31245" y="123"/>
                  <a:pt x="31123" y="0"/>
                  <a:pt x="309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ar-JO" sz="2800" b="1" dirty="0">
                <a:solidFill>
                  <a:srgbClr val="ED7D3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مستحيل عقلاً</a:t>
            </a:r>
          </a:p>
          <a:p>
            <a:pPr algn="ctr" rtl="1"/>
            <a:endParaRPr lang="ar-JO" sz="2800" b="1" dirty="0">
              <a:solidFill>
                <a:schemeClr val="bg1"/>
              </a:solidFill>
            </a:endParaRPr>
          </a:p>
          <a:p>
            <a:pPr algn="ctr" rtl="1"/>
            <a:r>
              <a:rPr lang="ar-JO" sz="2800" b="1" dirty="0">
                <a:solidFill>
                  <a:schemeClr val="bg1"/>
                </a:solidFill>
              </a:rPr>
              <a:t> الجزء أكبر من الكل ،اجتماع النقيضين ، الحادث جاء من الصدفة ، اللاشيء خلق شيء 0% </a:t>
            </a:r>
          </a:p>
        </p:txBody>
      </p:sp>
      <p:sp>
        <p:nvSpPr>
          <p:cNvPr id="145" name="Google Shape;1782;p37">
            <a:extLst>
              <a:ext uri="{FF2B5EF4-FFF2-40B4-BE49-F238E27FC236}">
                <a16:creationId xmlns:a16="http://schemas.microsoft.com/office/drawing/2014/main" id="{A4C7715F-4B08-4C33-BC08-EDF38A4DD274}"/>
              </a:ext>
            </a:extLst>
          </p:cNvPr>
          <p:cNvSpPr/>
          <p:nvPr/>
        </p:nvSpPr>
        <p:spPr>
          <a:xfrm>
            <a:off x="262175" y="3865190"/>
            <a:ext cx="11222527" cy="2761846"/>
          </a:xfrm>
          <a:custGeom>
            <a:avLst/>
            <a:gdLst/>
            <a:ahLst/>
            <a:cxnLst/>
            <a:rect l="l" t="t" r="r" b="b"/>
            <a:pathLst>
              <a:path w="31245" h="10371" extrusionOk="0">
                <a:moveTo>
                  <a:pt x="273" y="0"/>
                </a:moveTo>
                <a:cubicBezTo>
                  <a:pt x="123" y="0"/>
                  <a:pt x="1" y="123"/>
                  <a:pt x="1" y="273"/>
                </a:cubicBezTo>
                <a:lnTo>
                  <a:pt x="1" y="10097"/>
                </a:lnTo>
                <a:cubicBezTo>
                  <a:pt x="1" y="10248"/>
                  <a:pt x="123" y="10371"/>
                  <a:pt x="273" y="10371"/>
                </a:cubicBezTo>
                <a:lnTo>
                  <a:pt x="30972" y="10371"/>
                </a:lnTo>
                <a:cubicBezTo>
                  <a:pt x="31123" y="10371"/>
                  <a:pt x="31245" y="10248"/>
                  <a:pt x="31245" y="10097"/>
                </a:cubicBezTo>
                <a:lnTo>
                  <a:pt x="31245" y="273"/>
                </a:lnTo>
                <a:cubicBezTo>
                  <a:pt x="31245" y="123"/>
                  <a:pt x="31123" y="0"/>
                  <a:pt x="309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ar-JO" sz="2800" b="1" dirty="0">
                <a:solidFill>
                  <a:srgbClr val="EC752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ممكن عقلا </a:t>
            </a:r>
          </a:p>
          <a:p>
            <a:pPr algn="ctr" rtl="1"/>
            <a:r>
              <a:rPr lang="ar-JO" sz="2800" b="1" dirty="0">
                <a:solidFill>
                  <a:schemeClr val="bg1"/>
                </a:solidFill>
              </a:rPr>
              <a:t>(مساحة العلوم التجريبية) (غلبة الظن:51-99% ، الشك :50% ،الوهم: 49-1%) ويقسم إلى  قسمين : </a:t>
            </a:r>
          </a:p>
          <a:p>
            <a:pPr marL="971550" lvl="1" indent="-514350" algn="ctr" rtl="1">
              <a:buFont typeface="+mj-lt"/>
              <a:buAutoNum type="arabicPeriod"/>
            </a:pPr>
            <a:r>
              <a:rPr lang="ar-JO" sz="2800" b="1" dirty="0">
                <a:solidFill>
                  <a:schemeClr val="bg1"/>
                </a:solidFill>
              </a:rPr>
              <a:t>ممكن قانونا أو عادة: وجود أي قانون في الفيزياء أو الكيمياء (لا حتميّات عقليّة) "قانون الجاذبيّة" </a:t>
            </a:r>
          </a:p>
          <a:p>
            <a:pPr marL="971550" lvl="1" indent="-514350" algn="ctr" rtl="1">
              <a:buFont typeface="+mj-lt"/>
              <a:buAutoNum type="arabicPeriod"/>
            </a:pPr>
            <a:r>
              <a:rPr lang="ar-JO" sz="2800" b="1" dirty="0">
                <a:solidFill>
                  <a:schemeClr val="bg1"/>
                </a:solidFill>
              </a:rPr>
              <a:t>مستحيل قانونا أو عادة : المعجزات تأتي هنا 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44" name="Google Shape;1760;p37">
            <a:extLst>
              <a:ext uri="{FF2B5EF4-FFF2-40B4-BE49-F238E27FC236}">
                <a16:creationId xmlns:a16="http://schemas.microsoft.com/office/drawing/2014/main" id="{54E8F44F-977D-4FAB-9FF3-9ADD07F0611A}"/>
              </a:ext>
            </a:extLst>
          </p:cNvPr>
          <p:cNvSpPr/>
          <p:nvPr/>
        </p:nvSpPr>
        <p:spPr>
          <a:xfrm>
            <a:off x="10521254" y="3467090"/>
            <a:ext cx="963448" cy="871866"/>
          </a:xfrm>
          <a:custGeom>
            <a:avLst/>
            <a:gdLst/>
            <a:ahLst/>
            <a:cxnLst/>
            <a:rect l="l" t="t" r="r" b="b"/>
            <a:pathLst>
              <a:path w="10737" h="10737" extrusionOk="0">
                <a:moveTo>
                  <a:pt x="5368" y="0"/>
                </a:moveTo>
                <a:cubicBezTo>
                  <a:pt x="2404" y="0"/>
                  <a:pt x="0" y="2403"/>
                  <a:pt x="0" y="5368"/>
                </a:cubicBezTo>
                <a:cubicBezTo>
                  <a:pt x="0" y="8333"/>
                  <a:pt x="2404" y="10736"/>
                  <a:pt x="5368" y="10736"/>
                </a:cubicBezTo>
                <a:cubicBezTo>
                  <a:pt x="8333" y="10736"/>
                  <a:pt x="10736" y="8333"/>
                  <a:pt x="10736" y="5368"/>
                </a:cubicBezTo>
                <a:cubicBezTo>
                  <a:pt x="10736" y="2403"/>
                  <a:pt x="8333" y="0"/>
                  <a:pt x="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JO" sz="3200" b="1" dirty="0">
                <a:solidFill>
                  <a:schemeClr val="bg1"/>
                </a:solidFill>
              </a:rPr>
              <a:t>3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D54717-E57B-40B0-81C1-41C293A012AB}"/>
              </a:ext>
            </a:extLst>
          </p:cNvPr>
          <p:cNvSpPr/>
          <p:nvPr/>
        </p:nvSpPr>
        <p:spPr>
          <a:xfrm>
            <a:off x="6215731" y="268305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rtl="1"/>
            <a:endParaRPr lang="ar-JO" sz="3600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256DA-41F9-4245-AA91-25D6BC8DC630}"/>
              </a:ext>
            </a:extLst>
          </p:cNvPr>
          <p:cNvSpPr/>
          <p:nvPr/>
        </p:nvSpPr>
        <p:spPr>
          <a:xfrm>
            <a:off x="5460815" y="1514767"/>
            <a:ext cx="695206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JO" sz="2800" b="1" dirty="0">
                <a:solidFill>
                  <a:srgbClr val="EC752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واجب عقلاً</a:t>
            </a:r>
          </a:p>
          <a:p>
            <a:pPr algn="ctr" rtl="1"/>
            <a:endParaRPr lang="ar-JO" sz="1400" b="1" dirty="0">
              <a:solidFill>
                <a:schemeClr val="bg1"/>
              </a:solidFill>
            </a:endParaRPr>
          </a:p>
          <a:p>
            <a:pPr algn="ctr" rtl="1"/>
            <a:r>
              <a:rPr lang="ar-JO" sz="2800" b="1" dirty="0">
                <a:solidFill>
                  <a:schemeClr val="bg1"/>
                </a:solidFill>
              </a:rPr>
              <a:t> لكل حادث محدث، الكل أكبر من الجزء، </a:t>
            </a:r>
          </a:p>
          <a:p>
            <a:pPr algn="ctr" rtl="1"/>
            <a:r>
              <a:rPr lang="ar-JO" sz="2800" b="1" dirty="0">
                <a:solidFill>
                  <a:schemeClr val="bg1"/>
                </a:solidFill>
              </a:rPr>
              <a:t>السببيّة ، وجود الخالق : 100%</a:t>
            </a:r>
          </a:p>
        </p:txBody>
      </p:sp>
      <p:sp>
        <p:nvSpPr>
          <p:cNvPr id="142" name="Google Shape;1760;p37">
            <a:extLst>
              <a:ext uri="{FF2B5EF4-FFF2-40B4-BE49-F238E27FC236}">
                <a16:creationId xmlns:a16="http://schemas.microsoft.com/office/drawing/2014/main" id="{8785D192-86DA-43DE-BE92-6106AE53A797}"/>
              </a:ext>
            </a:extLst>
          </p:cNvPr>
          <p:cNvSpPr/>
          <p:nvPr/>
        </p:nvSpPr>
        <p:spPr>
          <a:xfrm>
            <a:off x="4959075" y="355259"/>
            <a:ext cx="1003481" cy="1008365"/>
          </a:xfrm>
          <a:custGeom>
            <a:avLst/>
            <a:gdLst/>
            <a:ahLst/>
            <a:cxnLst/>
            <a:rect l="l" t="t" r="r" b="b"/>
            <a:pathLst>
              <a:path w="10737" h="10737" extrusionOk="0">
                <a:moveTo>
                  <a:pt x="5368" y="0"/>
                </a:moveTo>
                <a:cubicBezTo>
                  <a:pt x="2404" y="0"/>
                  <a:pt x="0" y="2403"/>
                  <a:pt x="0" y="5368"/>
                </a:cubicBezTo>
                <a:cubicBezTo>
                  <a:pt x="0" y="8333"/>
                  <a:pt x="2404" y="10736"/>
                  <a:pt x="5368" y="10736"/>
                </a:cubicBezTo>
                <a:cubicBezTo>
                  <a:pt x="8333" y="10736"/>
                  <a:pt x="10736" y="8333"/>
                  <a:pt x="10736" y="5368"/>
                </a:cubicBezTo>
                <a:cubicBezTo>
                  <a:pt x="10736" y="2403"/>
                  <a:pt x="8333" y="0"/>
                  <a:pt x="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JO" sz="3400" b="1" dirty="0">
                <a:solidFill>
                  <a:schemeClr val="bg1"/>
                </a:solidFill>
              </a:rPr>
              <a:t>2</a:t>
            </a:r>
            <a:endParaRPr sz="3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167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1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2DB4AB21-53AC-48A9-ADF4-81279295B4A3}"/>
              </a:ext>
            </a:extLst>
          </p:cNvPr>
          <p:cNvSpPr/>
          <p:nvPr/>
        </p:nvSpPr>
        <p:spPr>
          <a:xfrm>
            <a:off x="1362376" y="370133"/>
            <a:ext cx="9789459" cy="1419374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rgbClr val="E3E4EB"/>
              </a:gs>
              <a:gs pos="100000">
                <a:srgbClr val="E3E4EB">
                  <a:lumMod val="30000"/>
                  <a:lumOff val="70000"/>
                </a:srgbClr>
              </a:gs>
            </a:gsLst>
            <a:lin ang="2700000" scaled="0"/>
          </a:gra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algn="ctr"/>
            <a:r>
              <a:rPr lang="ar-JO" sz="5600" dirty="0">
                <a:solidFill>
                  <a:srgbClr val="002060"/>
                </a:solidFill>
              </a:rPr>
              <a:t>هل العقل محدود ؟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F563E3F-9AE7-42AD-B18E-5CB99C12F8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0546203"/>
              </p:ext>
            </p:extLst>
          </p:nvPr>
        </p:nvGraphicFramePr>
        <p:xfrm>
          <a:off x="2173426" y="1783463"/>
          <a:ext cx="8128000" cy="4585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F45A0E38-C37E-45B5-BB18-D2B7A754C53E}"/>
              </a:ext>
            </a:extLst>
          </p:cNvPr>
          <p:cNvGrpSpPr/>
          <p:nvPr/>
        </p:nvGrpSpPr>
        <p:grpSpPr>
          <a:xfrm>
            <a:off x="4742406" y="2752984"/>
            <a:ext cx="2990041" cy="2646358"/>
            <a:chOff x="4370934" y="2033743"/>
            <a:chExt cx="3418963" cy="3025979"/>
          </a:xfrm>
        </p:grpSpPr>
        <p:sp>
          <p:nvSpPr>
            <p:cNvPr id="12" name="Freeform 54">
              <a:extLst>
                <a:ext uri="{FF2B5EF4-FFF2-40B4-BE49-F238E27FC236}">
                  <a16:creationId xmlns:a16="http://schemas.microsoft.com/office/drawing/2014/main" id="{BF6330F1-98C3-4F26-893C-0CFB76B9E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0204" y="3451196"/>
              <a:ext cx="1639693" cy="1608526"/>
            </a:xfrm>
            <a:custGeom>
              <a:avLst/>
              <a:gdLst>
                <a:gd name="T0" fmla="*/ 4287 w 4838"/>
                <a:gd name="T1" fmla="*/ 174 h 4745"/>
                <a:gd name="T2" fmla="*/ 3818 w 4838"/>
                <a:gd name="T3" fmla="*/ 301 h 4745"/>
                <a:gd name="T4" fmla="*/ 3447 w 4838"/>
                <a:gd name="T5" fmla="*/ 261 h 4745"/>
                <a:gd name="T6" fmla="*/ 3257 w 4838"/>
                <a:gd name="T7" fmla="*/ 585 h 4745"/>
                <a:gd name="T8" fmla="*/ 2944 w 4838"/>
                <a:gd name="T9" fmla="*/ 875 h 4745"/>
                <a:gd name="T10" fmla="*/ 2420 w 4838"/>
                <a:gd name="T11" fmla="*/ 998 h 4745"/>
                <a:gd name="T12" fmla="*/ 1891 w 4838"/>
                <a:gd name="T13" fmla="*/ 909 h 4745"/>
                <a:gd name="T14" fmla="*/ 1766 w 4838"/>
                <a:gd name="T15" fmla="*/ 990 h 4745"/>
                <a:gd name="T16" fmla="*/ 1269 w 4838"/>
                <a:gd name="T17" fmla="*/ 1150 h 4745"/>
                <a:gd name="T18" fmla="*/ 775 w 4838"/>
                <a:gd name="T19" fmla="*/ 1133 h 4745"/>
                <a:gd name="T20" fmla="*/ 287 w 4838"/>
                <a:gd name="T21" fmla="*/ 933 h 4745"/>
                <a:gd name="T22" fmla="*/ 22 w 4838"/>
                <a:gd name="T23" fmla="*/ 2755 h 4745"/>
                <a:gd name="T24" fmla="*/ 317 w 4838"/>
                <a:gd name="T25" fmla="*/ 3160 h 4745"/>
                <a:gd name="T26" fmla="*/ 644 w 4838"/>
                <a:gd name="T27" fmla="*/ 3307 h 4745"/>
                <a:gd name="T28" fmla="*/ 1109 w 4838"/>
                <a:gd name="T29" fmla="*/ 3298 h 4745"/>
                <a:gd name="T30" fmla="*/ 1151 w 4838"/>
                <a:gd name="T31" fmla="*/ 2952 h 4745"/>
                <a:gd name="T32" fmla="*/ 1460 w 4838"/>
                <a:gd name="T33" fmla="*/ 2736 h 4745"/>
                <a:gd name="T34" fmla="*/ 1297 w 4838"/>
                <a:gd name="T35" fmla="*/ 3241 h 4745"/>
                <a:gd name="T36" fmla="*/ 1416 w 4838"/>
                <a:gd name="T37" fmla="*/ 3619 h 4745"/>
                <a:gd name="T38" fmla="*/ 1493 w 4838"/>
                <a:gd name="T39" fmla="*/ 3965 h 4745"/>
                <a:gd name="T40" fmla="*/ 1164 w 4838"/>
                <a:gd name="T41" fmla="*/ 3543 h 4745"/>
                <a:gd name="T42" fmla="*/ 757 w 4838"/>
                <a:gd name="T43" fmla="*/ 3514 h 4745"/>
                <a:gd name="T44" fmla="*/ 276 w 4838"/>
                <a:gd name="T45" fmla="*/ 3362 h 4745"/>
                <a:gd name="T46" fmla="*/ 24 w 4838"/>
                <a:gd name="T47" fmla="*/ 3133 h 4745"/>
                <a:gd name="T48" fmla="*/ 37 w 4838"/>
                <a:gd name="T49" fmla="*/ 3702 h 4745"/>
                <a:gd name="T50" fmla="*/ 312 w 4838"/>
                <a:gd name="T51" fmla="*/ 4327 h 4745"/>
                <a:gd name="T52" fmla="*/ 775 w 4838"/>
                <a:gd name="T53" fmla="*/ 4660 h 4745"/>
                <a:gd name="T54" fmla="*/ 1336 w 4838"/>
                <a:gd name="T55" fmla="*/ 4744 h 4745"/>
                <a:gd name="T56" fmla="*/ 1905 w 4838"/>
                <a:gd name="T57" fmla="*/ 4626 h 4745"/>
                <a:gd name="T58" fmla="*/ 2392 w 4838"/>
                <a:gd name="T59" fmla="*/ 4346 h 4745"/>
                <a:gd name="T60" fmla="*/ 2687 w 4838"/>
                <a:gd name="T61" fmla="*/ 3994 h 4745"/>
                <a:gd name="T62" fmla="*/ 2833 w 4838"/>
                <a:gd name="T63" fmla="*/ 3679 h 4745"/>
                <a:gd name="T64" fmla="*/ 2862 w 4838"/>
                <a:gd name="T65" fmla="*/ 3321 h 4745"/>
                <a:gd name="T66" fmla="*/ 2631 w 4838"/>
                <a:gd name="T67" fmla="*/ 2784 h 4745"/>
                <a:gd name="T68" fmla="*/ 2309 w 4838"/>
                <a:gd name="T69" fmla="*/ 2626 h 4745"/>
                <a:gd name="T70" fmla="*/ 1906 w 4838"/>
                <a:gd name="T71" fmla="*/ 2880 h 4745"/>
                <a:gd name="T72" fmla="*/ 1914 w 4838"/>
                <a:gd name="T73" fmla="*/ 2672 h 4745"/>
                <a:gd name="T74" fmla="*/ 2331 w 4838"/>
                <a:gd name="T75" fmla="*/ 2275 h 4745"/>
                <a:gd name="T76" fmla="*/ 2421 w 4838"/>
                <a:gd name="T77" fmla="*/ 1709 h 4745"/>
                <a:gd name="T78" fmla="*/ 2611 w 4838"/>
                <a:gd name="T79" fmla="*/ 1926 h 4745"/>
                <a:gd name="T80" fmla="*/ 2558 w 4838"/>
                <a:gd name="T81" fmla="*/ 2428 h 4745"/>
                <a:gd name="T82" fmla="*/ 2989 w 4838"/>
                <a:gd name="T83" fmla="*/ 3038 h 4745"/>
                <a:gd name="T84" fmla="*/ 3053 w 4838"/>
                <a:gd name="T85" fmla="*/ 3501 h 4745"/>
                <a:gd name="T86" fmla="*/ 2989 w 4838"/>
                <a:gd name="T87" fmla="*/ 3982 h 4745"/>
                <a:gd name="T88" fmla="*/ 3674 w 4838"/>
                <a:gd name="T89" fmla="*/ 3563 h 4745"/>
                <a:gd name="T90" fmla="*/ 3930 w 4838"/>
                <a:gd name="T91" fmla="*/ 3150 h 4745"/>
                <a:gd name="T92" fmla="*/ 4003 w 4838"/>
                <a:gd name="T93" fmla="*/ 2852 h 4745"/>
                <a:gd name="T94" fmla="*/ 3953 w 4838"/>
                <a:gd name="T95" fmla="*/ 2265 h 4745"/>
                <a:gd name="T96" fmla="*/ 3713 w 4838"/>
                <a:gd name="T97" fmla="*/ 1898 h 4745"/>
                <a:gd name="T98" fmla="*/ 3099 w 4838"/>
                <a:gd name="T99" fmla="*/ 1576 h 4745"/>
                <a:gd name="T100" fmla="*/ 3476 w 4838"/>
                <a:gd name="T101" fmla="*/ 1513 h 4745"/>
                <a:gd name="T102" fmla="*/ 4029 w 4838"/>
                <a:gd name="T103" fmla="*/ 1989 h 4745"/>
                <a:gd name="T104" fmla="*/ 4193 w 4838"/>
                <a:gd name="T105" fmla="*/ 2447 h 4745"/>
                <a:gd name="T106" fmla="*/ 4448 w 4838"/>
                <a:gd name="T107" fmla="*/ 2161 h 4745"/>
                <a:gd name="T108" fmla="*/ 4517 w 4838"/>
                <a:gd name="T109" fmla="*/ 1755 h 4745"/>
                <a:gd name="T110" fmla="*/ 4602 w 4838"/>
                <a:gd name="T111" fmla="*/ 1452 h 4745"/>
                <a:gd name="T112" fmla="*/ 4832 w 4838"/>
                <a:gd name="T113" fmla="*/ 904 h 4745"/>
                <a:gd name="T114" fmla="*/ 4754 w 4838"/>
                <a:gd name="T115" fmla="*/ 357 h 4745"/>
                <a:gd name="T116" fmla="*/ 4505 w 4838"/>
                <a:gd name="T117" fmla="*/ 0 h 4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838" h="4745">
                  <a:moveTo>
                    <a:pt x="4505" y="0"/>
                  </a:moveTo>
                  <a:lnTo>
                    <a:pt x="4478" y="27"/>
                  </a:lnTo>
                  <a:lnTo>
                    <a:pt x="4421" y="81"/>
                  </a:lnTo>
                  <a:lnTo>
                    <a:pt x="4357" y="130"/>
                  </a:lnTo>
                  <a:lnTo>
                    <a:pt x="4287" y="174"/>
                  </a:lnTo>
                  <a:lnTo>
                    <a:pt x="4251" y="195"/>
                  </a:lnTo>
                  <a:lnTo>
                    <a:pt x="4189" y="226"/>
                  </a:lnTo>
                  <a:lnTo>
                    <a:pt x="4064" y="269"/>
                  </a:lnTo>
                  <a:lnTo>
                    <a:pt x="3940" y="292"/>
                  </a:lnTo>
                  <a:lnTo>
                    <a:pt x="3818" y="301"/>
                  </a:lnTo>
                  <a:lnTo>
                    <a:pt x="3761" y="300"/>
                  </a:lnTo>
                  <a:lnTo>
                    <a:pt x="3713" y="298"/>
                  </a:lnTo>
                  <a:lnTo>
                    <a:pt x="3620" y="292"/>
                  </a:lnTo>
                  <a:lnTo>
                    <a:pt x="3532" y="279"/>
                  </a:lnTo>
                  <a:lnTo>
                    <a:pt x="3447" y="261"/>
                  </a:lnTo>
                  <a:lnTo>
                    <a:pt x="3408" y="249"/>
                  </a:lnTo>
                  <a:lnTo>
                    <a:pt x="3392" y="302"/>
                  </a:lnTo>
                  <a:lnTo>
                    <a:pt x="3354" y="405"/>
                  </a:lnTo>
                  <a:lnTo>
                    <a:pt x="3309" y="499"/>
                  </a:lnTo>
                  <a:lnTo>
                    <a:pt x="3257" y="585"/>
                  </a:lnTo>
                  <a:lnTo>
                    <a:pt x="3200" y="664"/>
                  </a:lnTo>
                  <a:lnTo>
                    <a:pt x="3135" y="734"/>
                  </a:lnTo>
                  <a:lnTo>
                    <a:pt x="3064" y="797"/>
                  </a:lnTo>
                  <a:lnTo>
                    <a:pt x="2986" y="852"/>
                  </a:lnTo>
                  <a:lnTo>
                    <a:pt x="2944" y="875"/>
                  </a:lnTo>
                  <a:lnTo>
                    <a:pt x="2880" y="909"/>
                  </a:lnTo>
                  <a:lnTo>
                    <a:pt x="2747" y="955"/>
                  </a:lnTo>
                  <a:lnTo>
                    <a:pt x="2614" y="985"/>
                  </a:lnTo>
                  <a:lnTo>
                    <a:pt x="2483" y="998"/>
                  </a:lnTo>
                  <a:lnTo>
                    <a:pt x="2420" y="998"/>
                  </a:lnTo>
                  <a:lnTo>
                    <a:pt x="2366" y="998"/>
                  </a:lnTo>
                  <a:lnTo>
                    <a:pt x="2267" y="990"/>
                  </a:lnTo>
                  <a:lnTo>
                    <a:pt x="2131" y="972"/>
                  </a:lnTo>
                  <a:lnTo>
                    <a:pt x="1930" y="923"/>
                  </a:lnTo>
                  <a:lnTo>
                    <a:pt x="1891" y="909"/>
                  </a:lnTo>
                  <a:lnTo>
                    <a:pt x="1895" y="900"/>
                  </a:lnTo>
                  <a:lnTo>
                    <a:pt x="1892" y="901"/>
                  </a:lnTo>
                  <a:lnTo>
                    <a:pt x="1889" y="904"/>
                  </a:lnTo>
                  <a:lnTo>
                    <a:pt x="1849" y="935"/>
                  </a:lnTo>
                  <a:lnTo>
                    <a:pt x="1766" y="990"/>
                  </a:lnTo>
                  <a:lnTo>
                    <a:pt x="1677" y="1038"/>
                  </a:lnTo>
                  <a:lnTo>
                    <a:pt x="1582" y="1079"/>
                  </a:lnTo>
                  <a:lnTo>
                    <a:pt x="1484" y="1110"/>
                  </a:lnTo>
                  <a:lnTo>
                    <a:pt x="1379" y="1134"/>
                  </a:lnTo>
                  <a:lnTo>
                    <a:pt x="1269" y="1150"/>
                  </a:lnTo>
                  <a:lnTo>
                    <a:pt x="1153" y="1158"/>
                  </a:lnTo>
                  <a:lnTo>
                    <a:pt x="1094" y="1159"/>
                  </a:lnTo>
                  <a:lnTo>
                    <a:pt x="1017" y="1158"/>
                  </a:lnTo>
                  <a:lnTo>
                    <a:pt x="858" y="1145"/>
                  </a:lnTo>
                  <a:lnTo>
                    <a:pt x="775" y="1133"/>
                  </a:lnTo>
                  <a:lnTo>
                    <a:pt x="715" y="1123"/>
                  </a:lnTo>
                  <a:lnTo>
                    <a:pt x="600" y="1090"/>
                  </a:lnTo>
                  <a:lnTo>
                    <a:pt x="490" y="1048"/>
                  </a:lnTo>
                  <a:lnTo>
                    <a:pt x="386" y="994"/>
                  </a:lnTo>
                  <a:lnTo>
                    <a:pt x="287" y="933"/>
                  </a:lnTo>
                  <a:lnTo>
                    <a:pt x="197" y="866"/>
                  </a:lnTo>
                  <a:lnTo>
                    <a:pt x="72" y="760"/>
                  </a:lnTo>
                  <a:lnTo>
                    <a:pt x="0" y="688"/>
                  </a:lnTo>
                  <a:lnTo>
                    <a:pt x="0" y="2695"/>
                  </a:lnTo>
                  <a:lnTo>
                    <a:pt x="22" y="2755"/>
                  </a:lnTo>
                  <a:lnTo>
                    <a:pt x="84" y="2884"/>
                  </a:lnTo>
                  <a:lnTo>
                    <a:pt x="147" y="2981"/>
                  </a:lnTo>
                  <a:lnTo>
                    <a:pt x="197" y="3045"/>
                  </a:lnTo>
                  <a:lnTo>
                    <a:pt x="254" y="3104"/>
                  </a:lnTo>
                  <a:lnTo>
                    <a:pt x="317" y="3160"/>
                  </a:lnTo>
                  <a:lnTo>
                    <a:pt x="354" y="3185"/>
                  </a:lnTo>
                  <a:lnTo>
                    <a:pt x="390" y="3209"/>
                  </a:lnTo>
                  <a:lnTo>
                    <a:pt x="469" y="3251"/>
                  </a:lnTo>
                  <a:lnTo>
                    <a:pt x="554" y="3283"/>
                  </a:lnTo>
                  <a:lnTo>
                    <a:pt x="644" y="3307"/>
                  </a:lnTo>
                  <a:lnTo>
                    <a:pt x="738" y="3321"/>
                  </a:lnTo>
                  <a:lnTo>
                    <a:pt x="838" y="3326"/>
                  </a:lnTo>
                  <a:lnTo>
                    <a:pt x="942" y="3322"/>
                  </a:lnTo>
                  <a:lnTo>
                    <a:pt x="1052" y="3308"/>
                  </a:lnTo>
                  <a:lnTo>
                    <a:pt x="1109" y="3298"/>
                  </a:lnTo>
                  <a:lnTo>
                    <a:pt x="1107" y="3263"/>
                  </a:lnTo>
                  <a:lnTo>
                    <a:pt x="1107" y="3190"/>
                  </a:lnTo>
                  <a:lnTo>
                    <a:pt x="1114" y="3114"/>
                  </a:lnTo>
                  <a:lnTo>
                    <a:pt x="1129" y="3034"/>
                  </a:lnTo>
                  <a:lnTo>
                    <a:pt x="1151" y="2952"/>
                  </a:lnTo>
                  <a:lnTo>
                    <a:pt x="1182" y="2865"/>
                  </a:lnTo>
                  <a:lnTo>
                    <a:pt x="1222" y="2775"/>
                  </a:lnTo>
                  <a:lnTo>
                    <a:pt x="1271" y="2683"/>
                  </a:lnTo>
                  <a:lnTo>
                    <a:pt x="1300" y="2635"/>
                  </a:lnTo>
                  <a:lnTo>
                    <a:pt x="1460" y="2736"/>
                  </a:lnTo>
                  <a:lnTo>
                    <a:pt x="1423" y="2800"/>
                  </a:lnTo>
                  <a:lnTo>
                    <a:pt x="1363" y="2922"/>
                  </a:lnTo>
                  <a:lnTo>
                    <a:pt x="1324" y="3036"/>
                  </a:lnTo>
                  <a:lnTo>
                    <a:pt x="1302" y="3142"/>
                  </a:lnTo>
                  <a:lnTo>
                    <a:pt x="1297" y="3241"/>
                  </a:lnTo>
                  <a:lnTo>
                    <a:pt x="1304" y="3333"/>
                  </a:lnTo>
                  <a:lnTo>
                    <a:pt x="1320" y="3416"/>
                  </a:lnTo>
                  <a:lnTo>
                    <a:pt x="1348" y="3492"/>
                  </a:lnTo>
                  <a:lnTo>
                    <a:pt x="1380" y="3559"/>
                  </a:lnTo>
                  <a:lnTo>
                    <a:pt x="1416" y="3619"/>
                  </a:lnTo>
                  <a:lnTo>
                    <a:pt x="1475" y="3696"/>
                  </a:lnTo>
                  <a:lnTo>
                    <a:pt x="1581" y="3794"/>
                  </a:lnTo>
                  <a:lnTo>
                    <a:pt x="1606" y="3811"/>
                  </a:lnTo>
                  <a:lnTo>
                    <a:pt x="1503" y="3970"/>
                  </a:lnTo>
                  <a:lnTo>
                    <a:pt x="1493" y="3965"/>
                  </a:lnTo>
                  <a:lnTo>
                    <a:pt x="1415" y="3900"/>
                  </a:lnTo>
                  <a:lnTo>
                    <a:pt x="1330" y="3812"/>
                  </a:lnTo>
                  <a:lnTo>
                    <a:pt x="1270" y="3736"/>
                  </a:lnTo>
                  <a:lnTo>
                    <a:pt x="1213" y="3646"/>
                  </a:lnTo>
                  <a:lnTo>
                    <a:pt x="1164" y="3543"/>
                  </a:lnTo>
                  <a:lnTo>
                    <a:pt x="1144" y="3484"/>
                  </a:lnTo>
                  <a:lnTo>
                    <a:pt x="1065" y="3498"/>
                  </a:lnTo>
                  <a:lnTo>
                    <a:pt x="913" y="3514"/>
                  </a:lnTo>
                  <a:lnTo>
                    <a:pt x="841" y="3515"/>
                  </a:lnTo>
                  <a:lnTo>
                    <a:pt x="757" y="3514"/>
                  </a:lnTo>
                  <a:lnTo>
                    <a:pt x="596" y="3492"/>
                  </a:lnTo>
                  <a:lnTo>
                    <a:pt x="483" y="3461"/>
                  </a:lnTo>
                  <a:lnTo>
                    <a:pt x="412" y="3434"/>
                  </a:lnTo>
                  <a:lnTo>
                    <a:pt x="343" y="3400"/>
                  </a:lnTo>
                  <a:lnTo>
                    <a:pt x="276" y="3362"/>
                  </a:lnTo>
                  <a:lnTo>
                    <a:pt x="245" y="3340"/>
                  </a:lnTo>
                  <a:lnTo>
                    <a:pt x="207" y="3314"/>
                  </a:lnTo>
                  <a:lnTo>
                    <a:pt x="140" y="3257"/>
                  </a:lnTo>
                  <a:lnTo>
                    <a:pt x="79" y="3197"/>
                  </a:lnTo>
                  <a:lnTo>
                    <a:pt x="24" y="3133"/>
                  </a:lnTo>
                  <a:lnTo>
                    <a:pt x="0" y="3101"/>
                  </a:lnTo>
                  <a:lnTo>
                    <a:pt x="0" y="3266"/>
                  </a:lnTo>
                  <a:lnTo>
                    <a:pt x="1" y="3361"/>
                  </a:lnTo>
                  <a:lnTo>
                    <a:pt x="14" y="3539"/>
                  </a:lnTo>
                  <a:lnTo>
                    <a:pt x="37" y="3702"/>
                  </a:lnTo>
                  <a:lnTo>
                    <a:pt x="74" y="3852"/>
                  </a:lnTo>
                  <a:lnTo>
                    <a:pt x="119" y="3990"/>
                  </a:lnTo>
                  <a:lnTo>
                    <a:pt x="175" y="4114"/>
                  </a:lnTo>
                  <a:lnTo>
                    <a:pt x="239" y="4227"/>
                  </a:lnTo>
                  <a:lnTo>
                    <a:pt x="312" y="4327"/>
                  </a:lnTo>
                  <a:lnTo>
                    <a:pt x="392" y="4415"/>
                  </a:lnTo>
                  <a:lnTo>
                    <a:pt x="481" y="4493"/>
                  </a:lnTo>
                  <a:lnTo>
                    <a:pt x="574" y="4559"/>
                  </a:lnTo>
                  <a:lnTo>
                    <a:pt x="672" y="4614"/>
                  </a:lnTo>
                  <a:lnTo>
                    <a:pt x="775" y="4660"/>
                  </a:lnTo>
                  <a:lnTo>
                    <a:pt x="882" y="4695"/>
                  </a:lnTo>
                  <a:lnTo>
                    <a:pt x="993" y="4721"/>
                  </a:lnTo>
                  <a:lnTo>
                    <a:pt x="1105" y="4738"/>
                  </a:lnTo>
                  <a:lnTo>
                    <a:pt x="1221" y="4745"/>
                  </a:lnTo>
                  <a:lnTo>
                    <a:pt x="1336" y="4744"/>
                  </a:lnTo>
                  <a:lnTo>
                    <a:pt x="1453" y="4736"/>
                  </a:lnTo>
                  <a:lnTo>
                    <a:pt x="1568" y="4719"/>
                  </a:lnTo>
                  <a:lnTo>
                    <a:pt x="1682" y="4695"/>
                  </a:lnTo>
                  <a:lnTo>
                    <a:pt x="1795" y="4664"/>
                  </a:lnTo>
                  <a:lnTo>
                    <a:pt x="1905" y="4626"/>
                  </a:lnTo>
                  <a:lnTo>
                    <a:pt x="2013" y="4582"/>
                  </a:lnTo>
                  <a:lnTo>
                    <a:pt x="2115" y="4532"/>
                  </a:lnTo>
                  <a:lnTo>
                    <a:pt x="2213" y="4474"/>
                  </a:lnTo>
                  <a:lnTo>
                    <a:pt x="2305" y="4414"/>
                  </a:lnTo>
                  <a:lnTo>
                    <a:pt x="2392" y="4346"/>
                  </a:lnTo>
                  <a:lnTo>
                    <a:pt x="2473" y="4275"/>
                  </a:lnTo>
                  <a:lnTo>
                    <a:pt x="2544" y="4200"/>
                  </a:lnTo>
                  <a:lnTo>
                    <a:pt x="2609" y="4121"/>
                  </a:lnTo>
                  <a:lnTo>
                    <a:pt x="2663" y="4036"/>
                  </a:lnTo>
                  <a:lnTo>
                    <a:pt x="2687" y="3994"/>
                  </a:lnTo>
                  <a:lnTo>
                    <a:pt x="2693" y="3995"/>
                  </a:lnTo>
                  <a:lnTo>
                    <a:pt x="2700" y="3996"/>
                  </a:lnTo>
                  <a:lnTo>
                    <a:pt x="2735" y="3934"/>
                  </a:lnTo>
                  <a:lnTo>
                    <a:pt x="2797" y="3795"/>
                  </a:lnTo>
                  <a:lnTo>
                    <a:pt x="2833" y="3679"/>
                  </a:lnTo>
                  <a:lnTo>
                    <a:pt x="2851" y="3596"/>
                  </a:lnTo>
                  <a:lnTo>
                    <a:pt x="2863" y="3510"/>
                  </a:lnTo>
                  <a:lnTo>
                    <a:pt x="2867" y="3422"/>
                  </a:lnTo>
                  <a:lnTo>
                    <a:pt x="2865" y="3377"/>
                  </a:lnTo>
                  <a:lnTo>
                    <a:pt x="2862" y="3321"/>
                  </a:lnTo>
                  <a:lnTo>
                    <a:pt x="2842" y="3209"/>
                  </a:lnTo>
                  <a:lnTo>
                    <a:pt x="2810" y="3101"/>
                  </a:lnTo>
                  <a:lnTo>
                    <a:pt x="2763" y="2993"/>
                  </a:lnTo>
                  <a:lnTo>
                    <a:pt x="2705" y="2888"/>
                  </a:lnTo>
                  <a:lnTo>
                    <a:pt x="2631" y="2784"/>
                  </a:lnTo>
                  <a:lnTo>
                    <a:pt x="2545" y="2682"/>
                  </a:lnTo>
                  <a:lnTo>
                    <a:pt x="2447" y="2582"/>
                  </a:lnTo>
                  <a:lnTo>
                    <a:pt x="2391" y="2533"/>
                  </a:lnTo>
                  <a:lnTo>
                    <a:pt x="2366" y="2565"/>
                  </a:lnTo>
                  <a:lnTo>
                    <a:pt x="2309" y="2626"/>
                  </a:lnTo>
                  <a:lnTo>
                    <a:pt x="2246" y="2685"/>
                  </a:lnTo>
                  <a:lnTo>
                    <a:pt x="2175" y="2740"/>
                  </a:lnTo>
                  <a:lnTo>
                    <a:pt x="2094" y="2791"/>
                  </a:lnTo>
                  <a:lnTo>
                    <a:pt x="2005" y="2837"/>
                  </a:lnTo>
                  <a:lnTo>
                    <a:pt x="1906" y="2880"/>
                  </a:lnTo>
                  <a:lnTo>
                    <a:pt x="1797" y="2917"/>
                  </a:lnTo>
                  <a:lnTo>
                    <a:pt x="1739" y="2932"/>
                  </a:lnTo>
                  <a:lnTo>
                    <a:pt x="1692" y="2748"/>
                  </a:lnTo>
                  <a:lnTo>
                    <a:pt x="1773" y="2726"/>
                  </a:lnTo>
                  <a:lnTo>
                    <a:pt x="1914" y="2672"/>
                  </a:lnTo>
                  <a:lnTo>
                    <a:pt x="2033" y="2605"/>
                  </a:lnTo>
                  <a:lnTo>
                    <a:pt x="2133" y="2532"/>
                  </a:lnTo>
                  <a:lnTo>
                    <a:pt x="2216" y="2450"/>
                  </a:lnTo>
                  <a:lnTo>
                    <a:pt x="2281" y="2363"/>
                  </a:lnTo>
                  <a:lnTo>
                    <a:pt x="2331" y="2275"/>
                  </a:lnTo>
                  <a:lnTo>
                    <a:pt x="2370" y="2184"/>
                  </a:lnTo>
                  <a:lnTo>
                    <a:pt x="2398" y="2095"/>
                  </a:lnTo>
                  <a:lnTo>
                    <a:pt x="2414" y="2009"/>
                  </a:lnTo>
                  <a:lnTo>
                    <a:pt x="2427" y="1890"/>
                  </a:lnTo>
                  <a:lnTo>
                    <a:pt x="2421" y="1709"/>
                  </a:lnTo>
                  <a:lnTo>
                    <a:pt x="2414" y="1671"/>
                  </a:lnTo>
                  <a:lnTo>
                    <a:pt x="2600" y="1635"/>
                  </a:lnTo>
                  <a:lnTo>
                    <a:pt x="2602" y="1649"/>
                  </a:lnTo>
                  <a:lnTo>
                    <a:pt x="2614" y="1773"/>
                  </a:lnTo>
                  <a:lnTo>
                    <a:pt x="2611" y="1926"/>
                  </a:lnTo>
                  <a:lnTo>
                    <a:pt x="2597" y="2044"/>
                  </a:lnTo>
                  <a:lnTo>
                    <a:pt x="2570" y="2171"/>
                  </a:lnTo>
                  <a:lnTo>
                    <a:pt x="2525" y="2305"/>
                  </a:lnTo>
                  <a:lnTo>
                    <a:pt x="2493" y="2371"/>
                  </a:lnTo>
                  <a:lnTo>
                    <a:pt x="2558" y="2428"/>
                  </a:lnTo>
                  <a:lnTo>
                    <a:pt x="2676" y="2545"/>
                  </a:lnTo>
                  <a:lnTo>
                    <a:pt x="2777" y="2664"/>
                  </a:lnTo>
                  <a:lnTo>
                    <a:pt x="2864" y="2786"/>
                  </a:lnTo>
                  <a:lnTo>
                    <a:pt x="2934" y="2910"/>
                  </a:lnTo>
                  <a:lnTo>
                    <a:pt x="2989" y="3038"/>
                  </a:lnTo>
                  <a:lnTo>
                    <a:pt x="3027" y="3168"/>
                  </a:lnTo>
                  <a:lnTo>
                    <a:pt x="3051" y="3301"/>
                  </a:lnTo>
                  <a:lnTo>
                    <a:pt x="3055" y="3369"/>
                  </a:lnTo>
                  <a:lnTo>
                    <a:pt x="3056" y="3414"/>
                  </a:lnTo>
                  <a:lnTo>
                    <a:pt x="3053" y="3501"/>
                  </a:lnTo>
                  <a:lnTo>
                    <a:pt x="3039" y="3628"/>
                  </a:lnTo>
                  <a:lnTo>
                    <a:pt x="3000" y="3786"/>
                  </a:lnTo>
                  <a:lnTo>
                    <a:pt x="2947" y="3929"/>
                  </a:lnTo>
                  <a:lnTo>
                    <a:pt x="2916" y="3995"/>
                  </a:lnTo>
                  <a:lnTo>
                    <a:pt x="2989" y="3982"/>
                  </a:lnTo>
                  <a:lnTo>
                    <a:pt x="3139" y="3937"/>
                  </a:lnTo>
                  <a:lnTo>
                    <a:pt x="3289" y="3868"/>
                  </a:lnTo>
                  <a:lnTo>
                    <a:pt x="3437" y="3777"/>
                  </a:lnTo>
                  <a:lnTo>
                    <a:pt x="3577" y="3663"/>
                  </a:lnTo>
                  <a:lnTo>
                    <a:pt x="3674" y="3563"/>
                  </a:lnTo>
                  <a:lnTo>
                    <a:pt x="3735" y="3491"/>
                  </a:lnTo>
                  <a:lnTo>
                    <a:pt x="3791" y="3413"/>
                  </a:lnTo>
                  <a:lnTo>
                    <a:pt x="3843" y="3330"/>
                  </a:lnTo>
                  <a:lnTo>
                    <a:pt x="3889" y="3243"/>
                  </a:lnTo>
                  <a:lnTo>
                    <a:pt x="3930" y="3150"/>
                  </a:lnTo>
                  <a:lnTo>
                    <a:pt x="3948" y="3102"/>
                  </a:lnTo>
                  <a:lnTo>
                    <a:pt x="3945" y="3102"/>
                  </a:lnTo>
                  <a:lnTo>
                    <a:pt x="3952" y="3084"/>
                  </a:lnTo>
                  <a:lnTo>
                    <a:pt x="3983" y="2966"/>
                  </a:lnTo>
                  <a:lnTo>
                    <a:pt x="4003" y="2852"/>
                  </a:lnTo>
                  <a:lnTo>
                    <a:pt x="4016" y="2713"/>
                  </a:lnTo>
                  <a:lnTo>
                    <a:pt x="4014" y="2558"/>
                  </a:lnTo>
                  <a:lnTo>
                    <a:pt x="3998" y="2433"/>
                  </a:lnTo>
                  <a:lnTo>
                    <a:pt x="3979" y="2349"/>
                  </a:lnTo>
                  <a:lnTo>
                    <a:pt x="3953" y="2265"/>
                  </a:lnTo>
                  <a:lnTo>
                    <a:pt x="3918" y="2180"/>
                  </a:lnTo>
                  <a:lnTo>
                    <a:pt x="3897" y="2139"/>
                  </a:lnTo>
                  <a:lnTo>
                    <a:pt x="3867" y="2086"/>
                  </a:lnTo>
                  <a:lnTo>
                    <a:pt x="3796" y="1989"/>
                  </a:lnTo>
                  <a:lnTo>
                    <a:pt x="3713" y="1898"/>
                  </a:lnTo>
                  <a:lnTo>
                    <a:pt x="3616" y="1817"/>
                  </a:lnTo>
                  <a:lnTo>
                    <a:pt x="3506" y="1744"/>
                  </a:lnTo>
                  <a:lnTo>
                    <a:pt x="3383" y="1680"/>
                  </a:lnTo>
                  <a:lnTo>
                    <a:pt x="3248" y="1624"/>
                  </a:lnTo>
                  <a:lnTo>
                    <a:pt x="3099" y="1576"/>
                  </a:lnTo>
                  <a:lnTo>
                    <a:pt x="3020" y="1557"/>
                  </a:lnTo>
                  <a:lnTo>
                    <a:pt x="3064" y="1372"/>
                  </a:lnTo>
                  <a:lnTo>
                    <a:pt x="3153" y="1395"/>
                  </a:lnTo>
                  <a:lnTo>
                    <a:pt x="3322" y="1448"/>
                  </a:lnTo>
                  <a:lnTo>
                    <a:pt x="3476" y="1513"/>
                  </a:lnTo>
                  <a:lnTo>
                    <a:pt x="3615" y="1588"/>
                  </a:lnTo>
                  <a:lnTo>
                    <a:pt x="3740" y="1672"/>
                  </a:lnTo>
                  <a:lnTo>
                    <a:pt x="3852" y="1768"/>
                  </a:lnTo>
                  <a:lnTo>
                    <a:pt x="3948" y="1873"/>
                  </a:lnTo>
                  <a:lnTo>
                    <a:pt x="4029" y="1989"/>
                  </a:lnTo>
                  <a:lnTo>
                    <a:pt x="4064" y="2051"/>
                  </a:lnTo>
                  <a:lnTo>
                    <a:pt x="4093" y="2108"/>
                  </a:lnTo>
                  <a:lnTo>
                    <a:pt x="4140" y="2222"/>
                  </a:lnTo>
                  <a:lnTo>
                    <a:pt x="4172" y="2336"/>
                  </a:lnTo>
                  <a:lnTo>
                    <a:pt x="4193" y="2447"/>
                  </a:lnTo>
                  <a:lnTo>
                    <a:pt x="4199" y="2503"/>
                  </a:lnTo>
                  <a:lnTo>
                    <a:pt x="4237" y="2464"/>
                  </a:lnTo>
                  <a:lnTo>
                    <a:pt x="4313" y="2375"/>
                  </a:lnTo>
                  <a:lnTo>
                    <a:pt x="4386" y="2272"/>
                  </a:lnTo>
                  <a:lnTo>
                    <a:pt x="4448" y="2161"/>
                  </a:lnTo>
                  <a:lnTo>
                    <a:pt x="4496" y="2042"/>
                  </a:lnTo>
                  <a:lnTo>
                    <a:pt x="4518" y="1948"/>
                  </a:lnTo>
                  <a:lnTo>
                    <a:pt x="4524" y="1885"/>
                  </a:lnTo>
                  <a:lnTo>
                    <a:pt x="4524" y="1820"/>
                  </a:lnTo>
                  <a:lnTo>
                    <a:pt x="4517" y="1755"/>
                  </a:lnTo>
                  <a:lnTo>
                    <a:pt x="4500" y="1689"/>
                  </a:lnTo>
                  <a:lnTo>
                    <a:pt x="4474" y="1624"/>
                  </a:lnTo>
                  <a:lnTo>
                    <a:pt x="4457" y="1592"/>
                  </a:lnTo>
                  <a:lnTo>
                    <a:pt x="4510" y="1547"/>
                  </a:lnTo>
                  <a:lnTo>
                    <a:pt x="4602" y="1452"/>
                  </a:lnTo>
                  <a:lnTo>
                    <a:pt x="4677" y="1351"/>
                  </a:lnTo>
                  <a:lnTo>
                    <a:pt x="4737" y="1243"/>
                  </a:lnTo>
                  <a:lnTo>
                    <a:pt x="4782" y="1133"/>
                  </a:lnTo>
                  <a:lnTo>
                    <a:pt x="4814" y="1019"/>
                  </a:lnTo>
                  <a:lnTo>
                    <a:pt x="4832" y="904"/>
                  </a:lnTo>
                  <a:lnTo>
                    <a:pt x="4838" y="790"/>
                  </a:lnTo>
                  <a:lnTo>
                    <a:pt x="4832" y="676"/>
                  </a:lnTo>
                  <a:lnTo>
                    <a:pt x="4816" y="565"/>
                  </a:lnTo>
                  <a:lnTo>
                    <a:pt x="4790" y="458"/>
                  </a:lnTo>
                  <a:lnTo>
                    <a:pt x="4754" y="357"/>
                  </a:lnTo>
                  <a:lnTo>
                    <a:pt x="4711" y="262"/>
                  </a:lnTo>
                  <a:lnTo>
                    <a:pt x="4659" y="174"/>
                  </a:lnTo>
                  <a:lnTo>
                    <a:pt x="4602" y="96"/>
                  </a:lnTo>
                  <a:lnTo>
                    <a:pt x="4539" y="29"/>
                  </a:lnTo>
                  <a:lnTo>
                    <a:pt x="45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A50466-63FB-4A24-9616-81B4EC44D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0204" y="2033743"/>
              <a:ext cx="1539414" cy="1745392"/>
            </a:xfrm>
            <a:custGeom>
              <a:avLst/>
              <a:gdLst>
                <a:gd name="connsiteX0" fmla="*/ 1075964 w 1539414"/>
                <a:gd name="connsiteY0" fmla="*/ 503700 h 1745392"/>
                <a:gd name="connsiteX1" fmla="*/ 1076641 w 1539414"/>
                <a:gd name="connsiteY1" fmla="*/ 503700 h 1745392"/>
                <a:gd name="connsiteX2" fmla="*/ 1075286 w 1539414"/>
                <a:gd name="connsiteY2" fmla="*/ 504039 h 1745392"/>
                <a:gd name="connsiteX3" fmla="*/ 1075261 w 1539414"/>
                <a:gd name="connsiteY3" fmla="*/ 503841 h 1745392"/>
                <a:gd name="connsiteX4" fmla="*/ 727360 w 1539414"/>
                <a:gd name="connsiteY4" fmla="*/ 210043 h 1745392"/>
                <a:gd name="connsiteX5" fmla="*/ 764287 w 1539414"/>
                <a:gd name="connsiteY5" fmla="*/ 211737 h 1745392"/>
                <a:gd name="connsiteX6" fmla="*/ 800536 w 1539414"/>
                <a:gd name="connsiteY6" fmla="*/ 218172 h 1745392"/>
                <a:gd name="connsiteX7" fmla="*/ 835430 w 1539414"/>
                <a:gd name="connsiteY7" fmla="*/ 228333 h 1745392"/>
                <a:gd name="connsiteX8" fmla="*/ 868970 w 1539414"/>
                <a:gd name="connsiteY8" fmla="*/ 242559 h 1745392"/>
                <a:gd name="connsiteX9" fmla="*/ 900476 w 1539414"/>
                <a:gd name="connsiteY9" fmla="*/ 259494 h 1745392"/>
                <a:gd name="connsiteX10" fmla="*/ 930289 w 1539414"/>
                <a:gd name="connsiteY10" fmla="*/ 279139 h 1745392"/>
                <a:gd name="connsiteX11" fmla="*/ 958069 w 1539414"/>
                <a:gd name="connsiteY11" fmla="*/ 301155 h 1745392"/>
                <a:gd name="connsiteX12" fmla="*/ 983477 w 1539414"/>
                <a:gd name="connsiteY12" fmla="*/ 325203 h 1745392"/>
                <a:gd name="connsiteX13" fmla="*/ 1006175 w 1539414"/>
                <a:gd name="connsiteY13" fmla="*/ 351283 h 1745392"/>
                <a:gd name="connsiteX14" fmla="*/ 1026163 w 1539414"/>
                <a:gd name="connsiteY14" fmla="*/ 378041 h 1745392"/>
                <a:gd name="connsiteX15" fmla="*/ 1043102 w 1539414"/>
                <a:gd name="connsiteY15" fmla="*/ 406153 h 1745392"/>
                <a:gd name="connsiteX16" fmla="*/ 1056653 w 1539414"/>
                <a:gd name="connsiteY16" fmla="*/ 434266 h 1745392"/>
                <a:gd name="connsiteX17" fmla="*/ 1066817 w 1539414"/>
                <a:gd name="connsiteY17" fmla="*/ 462378 h 1745392"/>
                <a:gd name="connsiteX18" fmla="*/ 1073592 w 1539414"/>
                <a:gd name="connsiteY18" fmla="*/ 490491 h 1745392"/>
                <a:gd name="connsiteX19" fmla="*/ 1075261 w 1539414"/>
                <a:gd name="connsiteY19" fmla="*/ 503841 h 1745392"/>
                <a:gd name="connsiteX20" fmla="*/ 1074270 w 1539414"/>
                <a:gd name="connsiteY20" fmla="*/ 504039 h 1745392"/>
                <a:gd name="connsiteX21" fmla="*/ 1075286 w 1539414"/>
                <a:gd name="connsiteY21" fmla="*/ 504039 h 1745392"/>
                <a:gd name="connsiteX22" fmla="*/ 1084772 w 1539414"/>
                <a:gd name="connsiteY22" fmla="*/ 552812 h 1745392"/>
                <a:gd name="connsiteX23" fmla="*/ 1094935 w 1539414"/>
                <a:gd name="connsiteY23" fmla="*/ 615134 h 1745392"/>
                <a:gd name="connsiteX24" fmla="*/ 1098662 w 1539414"/>
                <a:gd name="connsiteY24" fmla="*/ 652730 h 1745392"/>
                <a:gd name="connsiteX25" fmla="*/ 1099001 w 1539414"/>
                <a:gd name="connsiteY25" fmla="*/ 686601 h 1745392"/>
                <a:gd name="connsiteX26" fmla="*/ 1095613 w 1539414"/>
                <a:gd name="connsiteY26" fmla="*/ 718439 h 1745392"/>
                <a:gd name="connsiteX27" fmla="*/ 1088499 w 1539414"/>
                <a:gd name="connsiteY27" fmla="*/ 748245 h 1745392"/>
                <a:gd name="connsiteX28" fmla="*/ 1076641 w 1539414"/>
                <a:gd name="connsiteY28" fmla="*/ 776358 h 1745392"/>
                <a:gd name="connsiteX29" fmla="*/ 1068511 w 1539414"/>
                <a:gd name="connsiteY29" fmla="*/ 789906 h 1745392"/>
                <a:gd name="connsiteX30" fmla="*/ 1061735 w 1539414"/>
                <a:gd name="connsiteY30" fmla="*/ 801083 h 1745392"/>
                <a:gd name="connsiteX31" fmla="*/ 1045474 w 1539414"/>
                <a:gd name="connsiteY31" fmla="*/ 822421 h 1745392"/>
                <a:gd name="connsiteX32" fmla="*/ 1027518 w 1539414"/>
                <a:gd name="connsiteY32" fmla="*/ 840712 h 1745392"/>
                <a:gd name="connsiteX33" fmla="*/ 1008208 w 1539414"/>
                <a:gd name="connsiteY33" fmla="*/ 857308 h 1745392"/>
                <a:gd name="connsiteX34" fmla="*/ 977379 w 1539414"/>
                <a:gd name="connsiteY34" fmla="*/ 878985 h 1745392"/>
                <a:gd name="connsiteX35" fmla="*/ 935709 w 1539414"/>
                <a:gd name="connsiteY35" fmla="*/ 900324 h 1745392"/>
                <a:gd name="connsiteX36" fmla="*/ 895056 w 1539414"/>
                <a:gd name="connsiteY36" fmla="*/ 915904 h 1745392"/>
                <a:gd name="connsiteX37" fmla="*/ 860161 w 1539414"/>
                <a:gd name="connsiteY37" fmla="*/ 926065 h 1745392"/>
                <a:gd name="connsiteX38" fmla="*/ 822218 w 1539414"/>
                <a:gd name="connsiteY38" fmla="*/ 933517 h 1745392"/>
                <a:gd name="connsiteX39" fmla="*/ 816120 w 1539414"/>
                <a:gd name="connsiteY39" fmla="*/ 933855 h 1745392"/>
                <a:gd name="connsiteX40" fmla="*/ 822218 w 1539414"/>
                <a:gd name="connsiteY40" fmla="*/ 997871 h 1745392"/>
                <a:gd name="connsiteX41" fmla="*/ 831704 w 1539414"/>
                <a:gd name="connsiteY41" fmla="*/ 997193 h 1745392"/>
                <a:gd name="connsiteX42" fmla="*/ 877100 w 1539414"/>
                <a:gd name="connsiteY42" fmla="*/ 987709 h 1745392"/>
                <a:gd name="connsiteX43" fmla="*/ 918431 w 1539414"/>
                <a:gd name="connsiteY43" fmla="*/ 975855 h 1745392"/>
                <a:gd name="connsiteX44" fmla="*/ 965522 w 1539414"/>
                <a:gd name="connsiteY44" fmla="*/ 957565 h 1745392"/>
                <a:gd name="connsiteX45" fmla="*/ 1002449 w 1539414"/>
                <a:gd name="connsiteY45" fmla="*/ 938597 h 1745392"/>
                <a:gd name="connsiteX46" fmla="*/ 1026841 w 1539414"/>
                <a:gd name="connsiteY46" fmla="*/ 923356 h 1745392"/>
                <a:gd name="connsiteX47" fmla="*/ 1051233 w 1539414"/>
                <a:gd name="connsiteY47" fmla="*/ 905743 h 1745392"/>
                <a:gd name="connsiteX48" fmla="*/ 1073931 w 1539414"/>
                <a:gd name="connsiteY48" fmla="*/ 885421 h 1745392"/>
                <a:gd name="connsiteX49" fmla="*/ 1095613 w 1539414"/>
                <a:gd name="connsiteY49" fmla="*/ 863066 h 1745392"/>
                <a:gd name="connsiteX50" fmla="*/ 1114923 w 1539414"/>
                <a:gd name="connsiteY50" fmla="*/ 837325 h 1745392"/>
                <a:gd name="connsiteX51" fmla="*/ 1123393 w 1539414"/>
                <a:gd name="connsiteY51" fmla="*/ 823099 h 1745392"/>
                <a:gd name="connsiteX52" fmla="*/ 1132879 w 1539414"/>
                <a:gd name="connsiteY52" fmla="*/ 807518 h 1745392"/>
                <a:gd name="connsiteX53" fmla="*/ 1147785 w 1539414"/>
                <a:gd name="connsiteY53" fmla="*/ 773987 h 1745392"/>
                <a:gd name="connsiteX54" fmla="*/ 1158626 w 1539414"/>
                <a:gd name="connsiteY54" fmla="*/ 738761 h 1745392"/>
                <a:gd name="connsiteX55" fmla="*/ 1165402 w 1539414"/>
                <a:gd name="connsiteY55" fmla="*/ 701504 h 1745392"/>
                <a:gd name="connsiteX56" fmla="*/ 1167773 w 1539414"/>
                <a:gd name="connsiteY56" fmla="*/ 662553 h 1745392"/>
                <a:gd name="connsiteX57" fmla="*/ 1166079 w 1539414"/>
                <a:gd name="connsiteY57" fmla="*/ 621231 h 1745392"/>
                <a:gd name="connsiteX58" fmla="*/ 1160997 w 1539414"/>
                <a:gd name="connsiteY58" fmla="*/ 578215 h 1745392"/>
                <a:gd name="connsiteX59" fmla="*/ 1151173 w 1539414"/>
                <a:gd name="connsiteY59" fmla="*/ 533845 h 1745392"/>
                <a:gd name="connsiteX60" fmla="*/ 1144736 w 1539414"/>
                <a:gd name="connsiteY60" fmla="*/ 510474 h 1745392"/>
                <a:gd name="connsiteX61" fmla="*/ 1161336 w 1539414"/>
                <a:gd name="connsiteY61" fmla="*/ 514877 h 1745392"/>
                <a:gd name="connsiteX62" fmla="*/ 1193859 w 1539414"/>
                <a:gd name="connsiteY62" fmla="*/ 526732 h 1745392"/>
                <a:gd name="connsiteX63" fmla="*/ 1225027 w 1539414"/>
                <a:gd name="connsiteY63" fmla="*/ 542313 h 1745392"/>
                <a:gd name="connsiteX64" fmla="*/ 1254839 w 1539414"/>
                <a:gd name="connsiteY64" fmla="*/ 561619 h 1745392"/>
                <a:gd name="connsiteX65" fmla="*/ 1283297 w 1539414"/>
                <a:gd name="connsiteY65" fmla="*/ 583973 h 1745392"/>
                <a:gd name="connsiteX66" fmla="*/ 1309383 w 1539414"/>
                <a:gd name="connsiteY66" fmla="*/ 609037 h 1745392"/>
                <a:gd name="connsiteX67" fmla="*/ 1333436 w 1539414"/>
                <a:gd name="connsiteY67" fmla="*/ 637150 h 1745392"/>
                <a:gd name="connsiteX68" fmla="*/ 1355457 w 1539414"/>
                <a:gd name="connsiteY68" fmla="*/ 667633 h 1745392"/>
                <a:gd name="connsiteX69" fmla="*/ 1374429 w 1539414"/>
                <a:gd name="connsiteY69" fmla="*/ 700149 h 1745392"/>
                <a:gd name="connsiteX70" fmla="*/ 1390690 w 1539414"/>
                <a:gd name="connsiteY70" fmla="*/ 734358 h 1745392"/>
                <a:gd name="connsiteX71" fmla="*/ 1403225 w 1539414"/>
                <a:gd name="connsiteY71" fmla="*/ 770600 h 1745392"/>
                <a:gd name="connsiteX72" fmla="*/ 1413049 w 1539414"/>
                <a:gd name="connsiteY72" fmla="*/ 807857 h 1745392"/>
                <a:gd name="connsiteX73" fmla="*/ 1418470 w 1539414"/>
                <a:gd name="connsiteY73" fmla="*/ 846470 h 1745392"/>
                <a:gd name="connsiteX74" fmla="*/ 1420841 w 1539414"/>
                <a:gd name="connsiteY74" fmla="*/ 885421 h 1745392"/>
                <a:gd name="connsiteX75" fmla="*/ 1418470 w 1539414"/>
                <a:gd name="connsiteY75" fmla="*/ 925049 h 1745392"/>
                <a:gd name="connsiteX76" fmla="*/ 1412033 w 1539414"/>
                <a:gd name="connsiteY76" fmla="*/ 964678 h 1745392"/>
                <a:gd name="connsiteX77" fmla="*/ 1407290 w 1539414"/>
                <a:gd name="connsiteY77" fmla="*/ 984322 h 1745392"/>
                <a:gd name="connsiteX78" fmla="*/ 1416437 w 1539414"/>
                <a:gd name="connsiteY78" fmla="*/ 987371 h 1745392"/>
                <a:gd name="connsiteX79" fmla="*/ 1434054 w 1539414"/>
                <a:gd name="connsiteY79" fmla="*/ 994484 h 1745392"/>
                <a:gd name="connsiteX80" fmla="*/ 1450315 w 1539414"/>
                <a:gd name="connsiteY80" fmla="*/ 1003290 h 1745392"/>
                <a:gd name="connsiteX81" fmla="*/ 1464883 w 1539414"/>
                <a:gd name="connsiteY81" fmla="*/ 1013790 h 1745392"/>
                <a:gd name="connsiteX82" fmla="*/ 1483516 w 1539414"/>
                <a:gd name="connsiteY82" fmla="*/ 1031741 h 1745392"/>
                <a:gd name="connsiteX83" fmla="*/ 1504181 w 1539414"/>
                <a:gd name="connsiteY83" fmla="*/ 1060531 h 1745392"/>
                <a:gd name="connsiteX84" fmla="*/ 1519765 w 1539414"/>
                <a:gd name="connsiteY84" fmla="*/ 1094063 h 1745392"/>
                <a:gd name="connsiteX85" fmla="*/ 1530606 w 1539414"/>
                <a:gd name="connsiteY85" fmla="*/ 1129965 h 1745392"/>
                <a:gd name="connsiteX86" fmla="*/ 1536704 w 1539414"/>
                <a:gd name="connsiteY86" fmla="*/ 1167900 h 1745392"/>
                <a:gd name="connsiteX87" fmla="*/ 1539414 w 1539414"/>
                <a:gd name="connsiteY87" fmla="*/ 1206513 h 1745392"/>
                <a:gd name="connsiteX88" fmla="*/ 1539414 w 1539414"/>
                <a:gd name="connsiteY88" fmla="*/ 1225819 h 1745392"/>
                <a:gd name="connsiteX89" fmla="*/ 1538059 w 1539414"/>
                <a:gd name="connsiteY89" fmla="*/ 1240722 h 1745392"/>
                <a:gd name="connsiteX90" fmla="*/ 1532639 w 1539414"/>
                <a:gd name="connsiteY90" fmla="*/ 1270528 h 1745392"/>
                <a:gd name="connsiteX91" fmla="*/ 1528912 w 1539414"/>
                <a:gd name="connsiteY91" fmla="*/ 1285092 h 1745392"/>
                <a:gd name="connsiteX92" fmla="*/ 1525185 w 1539414"/>
                <a:gd name="connsiteY92" fmla="*/ 1296608 h 1745392"/>
                <a:gd name="connsiteX93" fmla="*/ 1516716 w 1539414"/>
                <a:gd name="connsiteY93" fmla="*/ 1318285 h 1745392"/>
                <a:gd name="connsiteX94" fmla="*/ 1505536 w 1539414"/>
                <a:gd name="connsiteY94" fmla="*/ 1338946 h 1745392"/>
                <a:gd name="connsiteX95" fmla="*/ 1493001 w 1539414"/>
                <a:gd name="connsiteY95" fmla="*/ 1357914 h 1745392"/>
                <a:gd name="connsiteX96" fmla="*/ 1478434 w 1539414"/>
                <a:gd name="connsiteY96" fmla="*/ 1375527 h 1745392"/>
                <a:gd name="connsiteX97" fmla="*/ 1461156 w 1539414"/>
                <a:gd name="connsiteY97" fmla="*/ 1391784 h 1745392"/>
                <a:gd name="connsiteX98" fmla="*/ 1442184 w 1539414"/>
                <a:gd name="connsiteY98" fmla="*/ 1406687 h 1745392"/>
                <a:gd name="connsiteX99" fmla="*/ 1421180 w 1539414"/>
                <a:gd name="connsiteY99" fmla="*/ 1420236 h 1745392"/>
                <a:gd name="connsiteX100" fmla="*/ 1410000 w 1539414"/>
                <a:gd name="connsiteY100" fmla="*/ 1426671 h 1745392"/>
                <a:gd name="connsiteX101" fmla="*/ 1398821 w 1539414"/>
                <a:gd name="connsiteY101" fmla="*/ 1432429 h 1745392"/>
                <a:gd name="connsiteX102" fmla="*/ 1376122 w 1539414"/>
                <a:gd name="connsiteY102" fmla="*/ 1441235 h 1745392"/>
                <a:gd name="connsiteX103" fmla="*/ 1341906 w 1539414"/>
                <a:gd name="connsiteY103" fmla="*/ 1450380 h 1745392"/>
                <a:gd name="connsiteX104" fmla="*/ 1296509 w 1539414"/>
                <a:gd name="connsiteY104" fmla="*/ 1454783 h 1745392"/>
                <a:gd name="connsiteX105" fmla="*/ 1253484 w 1539414"/>
                <a:gd name="connsiteY105" fmla="*/ 1453767 h 1745392"/>
                <a:gd name="connsiteX106" fmla="*/ 1215202 w 1539414"/>
                <a:gd name="connsiteY106" fmla="*/ 1448009 h 1745392"/>
                <a:gd name="connsiteX107" fmla="*/ 1183357 w 1539414"/>
                <a:gd name="connsiteY107" fmla="*/ 1440558 h 1745392"/>
                <a:gd name="connsiteX108" fmla="*/ 1150495 w 1539414"/>
                <a:gd name="connsiteY108" fmla="*/ 1430058 h 1745392"/>
                <a:gd name="connsiteX109" fmla="*/ 1145414 w 1539414"/>
                <a:gd name="connsiteY109" fmla="*/ 1427687 h 1745392"/>
                <a:gd name="connsiteX110" fmla="*/ 1121699 w 1539414"/>
                <a:gd name="connsiteY110" fmla="*/ 1417187 h 1745392"/>
                <a:gd name="connsiteX111" fmla="*/ 1108487 w 1539414"/>
                <a:gd name="connsiteY111" fmla="*/ 1409397 h 1745392"/>
                <a:gd name="connsiteX112" fmla="*/ 1084772 w 1539414"/>
                <a:gd name="connsiteY112" fmla="*/ 1390430 h 1745392"/>
                <a:gd name="connsiteX113" fmla="*/ 1074270 w 1539414"/>
                <a:gd name="connsiteY113" fmla="*/ 1379930 h 1745392"/>
                <a:gd name="connsiteX114" fmla="*/ 1061058 w 1539414"/>
                <a:gd name="connsiteY114" fmla="*/ 1364011 h 1745392"/>
                <a:gd name="connsiteX115" fmla="*/ 1040731 w 1539414"/>
                <a:gd name="connsiteY115" fmla="*/ 1331156 h 1745392"/>
                <a:gd name="connsiteX116" fmla="*/ 1026502 w 1539414"/>
                <a:gd name="connsiteY116" fmla="*/ 1297286 h 1745392"/>
                <a:gd name="connsiteX117" fmla="*/ 1017016 w 1539414"/>
                <a:gd name="connsiteY117" fmla="*/ 1264431 h 1745392"/>
                <a:gd name="connsiteX118" fmla="*/ 1010241 w 1539414"/>
                <a:gd name="connsiteY118" fmla="*/ 1220061 h 1745392"/>
                <a:gd name="connsiteX119" fmla="*/ 1009224 w 1539414"/>
                <a:gd name="connsiteY119" fmla="*/ 1182465 h 1745392"/>
                <a:gd name="connsiteX120" fmla="*/ 1009224 w 1539414"/>
                <a:gd name="connsiteY120" fmla="*/ 1178062 h 1745392"/>
                <a:gd name="connsiteX121" fmla="*/ 945195 w 1539414"/>
                <a:gd name="connsiteY121" fmla="*/ 1172642 h 1745392"/>
                <a:gd name="connsiteX122" fmla="*/ 944856 w 1539414"/>
                <a:gd name="connsiteY122" fmla="*/ 1178739 h 1745392"/>
                <a:gd name="connsiteX123" fmla="*/ 945195 w 1539414"/>
                <a:gd name="connsiteY123" fmla="*/ 1212271 h 1745392"/>
                <a:gd name="connsiteX124" fmla="*/ 947905 w 1539414"/>
                <a:gd name="connsiteY124" fmla="*/ 1243770 h 1745392"/>
                <a:gd name="connsiteX125" fmla="*/ 954342 w 1539414"/>
                <a:gd name="connsiteY125" fmla="*/ 1280689 h 1745392"/>
                <a:gd name="connsiteX126" fmla="*/ 966199 w 1539414"/>
                <a:gd name="connsiteY126" fmla="*/ 1320656 h 1745392"/>
                <a:gd name="connsiteX127" fmla="*/ 984493 w 1539414"/>
                <a:gd name="connsiteY127" fmla="*/ 1362317 h 1745392"/>
                <a:gd name="connsiteX128" fmla="*/ 1003126 w 1539414"/>
                <a:gd name="connsiteY128" fmla="*/ 1393139 h 1745392"/>
                <a:gd name="connsiteX129" fmla="*/ 1018033 w 1539414"/>
                <a:gd name="connsiteY129" fmla="*/ 1413123 h 1745392"/>
                <a:gd name="connsiteX130" fmla="*/ 1026502 w 1539414"/>
                <a:gd name="connsiteY130" fmla="*/ 1422945 h 1745392"/>
                <a:gd name="connsiteX131" fmla="*/ 1041747 w 1539414"/>
                <a:gd name="connsiteY131" fmla="*/ 1438187 h 1745392"/>
                <a:gd name="connsiteX132" fmla="*/ 1075964 w 1539414"/>
                <a:gd name="connsiteY132" fmla="*/ 1464945 h 1745392"/>
                <a:gd name="connsiteX133" fmla="*/ 1094935 w 1539414"/>
                <a:gd name="connsiteY133" fmla="*/ 1476461 h 1745392"/>
                <a:gd name="connsiteX134" fmla="*/ 1090531 w 1539414"/>
                <a:gd name="connsiteY134" fmla="*/ 1492380 h 1745392"/>
                <a:gd name="connsiteX135" fmla="*/ 1080029 w 1539414"/>
                <a:gd name="connsiteY135" fmla="*/ 1522186 h 1745392"/>
                <a:gd name="connsiteX136" fmla="*/ 1067494 w 1539414"/>
                <a:gd name="connsiteY136" fmla="*/ 1549621 h 1745392"/>
                <a:gd name="connsiteX137" fmla="*/ 1053266 w 1539414"/>
                <a:gd name="connsiteY137" fmla="*/ 1574685 h 1745392"/>
                <a:gd name="connsiteX138" fmla="*/ 1037343 w 1539414"/>
                <a:gd name="connsiteY138" fmla="*/ 1597717 h 1745392"/>
                <a:gd name="connsiteX139" fmla="*/ 1019388 w 1539414"/>
                <a:gd name="connsiteY139" fmla="*/ 1617700 h 1745392"/>
                <a:gd name="connsiteX140" fmla="*/ 999738 w 1539414"/>
                <a:gd name="connsiteY140" fmla="*/ 1635313 h 1745392"/>
                <a:gd name="connsiteX141" fmla="*/ 978057 w 1539414"/>
                <a:gd name="connsiteY141" fmla="*/ 1650555 h 1745392"/>
                <a:gd name="connsiteX142" fmla="*/ 966877 w 1539414"/>
                <a:gd name="connsiteY142" fmla="*/ 1657329 h 1745392"/>
                <a:gd name="connsiteX143" fmla="*/ 947905 w 1539414"/>
                <a:gd name="connsiteY143" fmla="*/ 1666813 h 1745392"/>
                <a:gd name="connsiteX144" fmla="*/ 909284 w 1539414"/>
                <a:gd name="connsiteY144" fmla="*/ 1680700 h 1745392"/>
                <a:gd name="connsiteX145" fmla="*/ 869647 w 1539414"/>
                <a:gd name="connsiteY145" fmla="*/ 1688490 h 1745392"/>
                <a:gd name="connsiteX146" fmla="*/ 830688 w 1539414"/>
                <a:gd name="connsiteY146" fmla="*/ 1691538 h 1745392"/>
                <a:gd name="connsiteX147" fmla="*/ 793422 w 1539414"/>
                <a:gd name="connsiteY147" fmla="*/ 1690522 h 1745392"/>
                <a:gd name="connsiteX148" fmla="*/ 758527 w 1539414"/>
                <a:gd name="connsiteY148" fmla="*/ 1687135 h 1745392"/>
                <a:gd name="connsiteX149" fmla="*/ 713131 w 1539414"/>
                <a:gd name="connsiteY149" fmla="*/ 1679345 h 1745392"/>
                <a:gd name="connsiteX150" fmla="*/ 690433 w 1539414"/>
                <a:gd name="connsiteY150" fmla="*/ 1673587 h 1745392"/>
                <a:gd name="connsiteX151" fmla="*/ 706355 w 1539414"/>
                <a:gd name="connsiteY151" fmla="*/ 1653264 h 1745392"/>
                <a:gd name="connsiteX152" fmla="*/ 731764 w 1539414"/>
                <a:gd name="connsiteY152" fmla="*/ 1612959 h 1745392"/>
                <a:gd name="connsiteX153" fmla="*/ 751752 w 1539414"/>
                <a:gd name="connsiteY153" fmla="*/ 1572653 h 1745392"/>
                <a:gd name="connsiteX154" fmla="*/ 765642 w 1539414"/>
                <a:gd name="connsiteY154" fmla="*/ 1534379 h 1745392"/>
                <a:gd name="connsiteX155" fmla="*/ 779193 w 1539414"/>
                <a:gd name="connsiteY155" fmla="*/ 1484251 h 1745392"/>
                <a:gd name="connsiteX156" fmla="*/ 785969 w 1539414"/>
                <a:gd name="connsiteY156" fmla="*/ 1440897 h 1745392"/>
                <a:gd name="connsiteX157" fmla="*/ 786307 w 1539414"/>
                <a:gd name="connsiteY157" fmla="*/ 1434800 h 1745392"/>
                <a:gd name="connsiteX158" fmla="*/ 722278 w 1539414"/>
                <a:gd name="connsiteY158" fmla="*/ 1431074 h 1745392"/>
                <a:gd name="connsiteX159" fmla="*/ 721939 w 1539414"/>
                <a:gd name="connsiteY159" fmla="*/ 1436493 h 1745392"/>
                <a:gd name="connsiteX160" fmla="*/ 716519 w 1539414"/>
                <a:gd name="connsiteY160" fmla="*/ 1469348 h 1745392"/>
                <a:gd name="connsiteX161" fmla="*/ 708727 w 1539414"/>
                <a:gd name="connsiteY161" fmla="*/ 1501186 h 1745392"/>
                <a:gd name="connsiteX162" fmla="*/ 696192 w 1539414"/>
                <a:gd name="connsiteY162" fmla="*/ 1537766 h 1745392"/>
                <a:gd name="connsiteX163" fmla="*/ 677898 w 1539414"/>
                <a:gd name="connsiteY163" fmla="*/ 1577733 h 1745392"/>
                <a:gd name="connsiteX164" fmla="*/ 652490 w 1539414"/>
                <a:gd name="connsiteY164" fmla="*/ 1618378 h 1745392"/>
                <a:gd name="connsiteX165" fmla="*/ 628097 w 1539414"/>
                <a:gd name="connsiteY165" fmla="*/ 1647168 h 1745392"/>
                <a:gd name="connsiteX166" fmla="*/ 609465 w 1539414"/>
                <a:gd name="connsiteY166" fmla="*/ 1665797 h 1745392"/>
                <a:gd name="connsiteX167" fmla="*/ 598962 w 1539414"/>
                <a:gd name="connsiteY167" fmla="*/ 1673925 h 1745392"/>
                <a:gd name="connsiteX168" fmla="*/ 584395 w 1539414"/>
                <a:gd name="connsiteY168" fmla="*/ 1685780 h 1745392"/>
                <a:gd name="connsiteX169" fmla="*/ 551872 w 1539414"/>
                <a:gd name="connsiteY169" fmla="*/ 1705764 h 1745392"/>
                <a:gd name="connsiteX170" fmla="*/ 516639 w 1539414"/>
                <a:gd name="connsiteY170" fmla="*/ 1721344 h 1745392"/>
                <a:gd name="connsiteX171" fmla="*/ 478357 w 1539414"/>
                <a:gd name="connsiteY171" fmla="*/ 1733199 h 1745392"/>
                <a:gd name="connsiteX172" fmla="*/ 437703 w 1539414"/>
                <a:gd name="connsiteY172" fmla="*/ 1740989 h 1745392"/>
                <a:gd name="connsiteX173" fmla="*/ 393662 w 1539414"/>
                <a:gd name="connsiteY173" fmla="*/ 1745053 h 1745392"/>
                <a:gd name="connsiteX174" fmla="*/ 347249 w 1539414"/>
                <a:gd name="connsiteY174" fmla="*/ 1745392 h 1745392"/>
                <a:gd name="connsiteX175" fmla="*/ 298126 w 1539414"/>
                <a:gd name="connsiteY175" fmla="*/ 1741666 h 1745392"/>
                <a:gd name="connsiteX176" fmla="*/ 272040 w 1539414"/>
                <a:gd name="connsiteY176" fmla="*/ 1737602 h 1745392"/>
                <a:gd name="connsiteX177" fmla="*/ 249681 w 1539414"/>
                <a:gd name="connsiteY177" fmla="*/ 1733538 h 1745392"/>
                <a:gd name="connsiteX178" fmla="*/ 206317 w 1539414"/>
                <a:gd name="connsiteY178" fmla="*/ 1719651 h 1745392"/>
                <a:gd name="connsiteX179" fmla="*/ 166002 w 1539414"/>
                <a:gd name="connsiteY179" fmla="*/ 1700344 h 1745392"/>
                <a:gd name="connsiteX180" fmla="*/ 128059 w 1539414"/>
                <a:gd name="connsiteY180" fmla="*/ 1676635 h 1745392"/>
                <a:gd name="connsiteX181" fmla="*/ 93503 w 1539414"/>
                <a:gd name="connsiteY181" fmla="*/ 1649877 h 1745392"/>
                <a:gd name="connsiteX182" fmla="*/ 61658 w 1539414"/>
                <a:gd name="connsiteY182" fmla="*/ 1621426 h 1745392"/>
                <a:gd name="connsiteX183" fmla="*/ 21005 w 1539414"/>
                <a:gd name="connsiteY183" fmla="*/ 1578749 h 1745392"/>
                <a:gd name="connsiteX184" fmla="*/ 0 w 1539414"/>
                <a:gd name="connsiteY184" fmla="*/ 1552669 h 1745392"/>
                <a:gd name="connsiteX185" fmla="*/ 0 w 1539414"/>
                <a:gd name="connsiteY185" fmla="*/ 652392 h 1745392"/>
                <a:gd name="connsiteX186" fmla="*/ 27103 w 1539414"/>
                <a:gd name="connsiteY186" fmla="*/ 647650 h 1745392"/>
                <a:gd name="connsiteX187" fmla="*/ 79275 w 1539414"/>
                <a:gd name="connsiteY187" fmla="*/ 641553 h 1745392"/>
                <a:gd name="connsiteX188" fmla="*/ 128059 w 1539414"/>
                <a:gd name="connsiteY188" fmla="*/ 639860 h 1745392"/>
                <a:gd name="connsiteX189" fmla="*/ 173794 w 1539414"/>
                <a:gd name="connsiteY189" fmla="*/ 642231 h 1745392"/>
                <a:gd name="connsiteX190" fmla="*/ 216480 w 1539414"/>
                <a:gd name="connsiteY190" fmla="*/ 649343 h 1745392"/>
                <a:gd name="connsiteX191" fmla="*/ 255440 w 1539414"/>
                <a:gd name="connsiteY191" fmla="*/ 660859 h 1745392"/>
                <a:gd name="connsiteX192" fmla="*/ 291351 w 1539414"/>
                <a:gd name="connsiteY192" fmla="*/ 676440 h 1745392"/>
                <a:gd name="connsiteX193" fmla="*/ 323873 w 1539414"/>
                <a:gd name="connsiteY193" fmla="*/ 697101 h 1745392"/>
                <a:gd name="connsiteX194" fmla="*/ 338441 w 1539414"/>
                <a:gd name="connsiteY194" fmla="*/ 708955 h 1745392"/>
                <a:gd name="connsiteX195" fmla="*/ 348604 w 1539414"/>
                <a:gd name="connsiteY195" fmla="*/ 717762 h 1745392"/>
                <a:gd name="connsiteX196" fmla="*/ 366898 w 1539414"/>
                <a:gd name="connsiteY196" fmla="*/ 736729 h 1745392"/>
                <a:gd name="connsiteX197" fmla="*/ 383160 w 1539414"/>
                <a:gd name="connsiteY197" fmla="*/ 757051 h 1745392"/>
                <a:gd name="connsiteX198" fmla="*/ 397389 w 1539414"/>
                <a:gd name="connsiteY198" fmla="*/ 778390 h 1745392"/>
                <a:gd name="connsiteX199" fmla="*/ 415344 w 1539414"/>
                <a:gd name="connsiteY199" fmla="*/ 811244 h 1745392"/>
                <a:gd name="connsiteX200" fmla="*/ 432960 w 1539414"/>
                <a:gd name="connsiteY200" fmla="*/ 856631 h 1745392"/>
                <a:gd name="connsiteX201" fmla="*/ 445156 w 1539414"/>
                <a:gd name="connsiteY201" fmla="*/ 901001 h 1745392"/>
                <a:gd name="connsiteX202" fmla="*/ 452948 w 1539414"/>
                <a:gd name="connsiteY202" fmla="*/ 942662 h 1745392"/>
                <a:gd name="connsiteX203" fmla="*/ 458369 w 1539414"/>
                <a:gd name="connsiteY203" fmla="*/ 996177 h 1745392"/>
                <a:gd name="connsiteX204" fmla="*/ 458708 w 1539414"/>
                <a:gd name="connsiteY204" fmla="*/ 1019886 h 1745392"/>
                <a:gd name="connsiteX205" fmla="*/ 439397 w 1539414"/>
                <a:gd name="connsiteY205" fmla="*/ 1025983 h 1745392"/>
                <a:gd name="connsiteX206" fmla="*/ 404842 w 1539414"/>
                <a:gd name="connsiteY206" fmla="*/ 1041225 h 1745392"/>
                <a:gd name="connsiteX207" fmla="*/ 375029 w 1539414"/>
                <a:gd name="connsiteY207" fmla="*/ 1059515 h 1745392"/>
                <a:gd name="connsiteX208" fmla="*/ 348943 w 1539414"/>
                <a:gd name="connsiteY208" fmla="*/ 1078144 h 1745392"/>
                <a:gd name="connsiteX209" fmla="*/ 319131 w 1539414"/>
                <a:gd name="connsiteY209" fmla="*/ 1104901 h 1745392"/>
                <a:gd name="connsiteX210" fmla="*/ 297110 w 1539414"/>
                <a:gd name="connsiteY210" fmla="*/ 1129965 h 1745392"/>
                <a:gd name="connsiteX211" fmla="*/ 295077 w 1539414"/>
                <a:gd name="connsiteY211" fmla="*/ 1133014 h 1745392"/>
                <a:gd name="connsiteX212" fmla="*/ 347588 w 1539414"/>
                <a:gd name="connsiteY212" fmla="*/ 1169933 h 1745392"/>
                <a:gd name="connsiteX213" fmla="*/ 353686 w 1539414"/>
                <a:gd name="connsiteY213" fmla="*/ 1161804 h 1745392"/>
                <a:gd name="connsiteX214" fmla="*/ 388919 w 1539414"/>
                <a:gd name="connsiteY214" fmla="*/ 1127595 h 1745392"/>
                <a:gd name="connsiteX215" fmla="*/ 415344 w 1539414"/>
                <a:gd name="connsiteY215" fmla="*/ 1108627 h 1745392"/>
                <a:gd name="connsiteX216" fmla="*/ 436009 w 1539414"/>
                <a:gd name="connsiteY216" fmla="*/ 1097111 h 1745392"/>
                <a:gd name="connsiteX217" fmla="*/ 459724 w 1539414"/>
                <a:gd name="connsiteY217" fmla="*/ 1086950 h 1745392"/>
                <a:gd name="connsiteX218" fmla="*/ 485471 w 1539414"/>
                <a:gd name="connsiteY218" fmla="*/ 1079160 h 1745392"/>
                <a:gd name="connsiteX219" fmla="*/ 513929 w 1539414"/>
                <a:gd name="connsiteY219" fmla="*/ 1074418 h 1745392"/>
                <a:gd name="connsiteX220" fmla="*/ 544758 w 1539414"/>
                <a:gd name="connsiteY220" fmla="*/ 1073402 h 1745392"/>
                <a:gd name="connsiteX221" fmla="*/ 578297 w 1539414"/>
                <a:gd name="connsiteY221" fmla="*/ 1076450 h 1745392"/>
                <a:gd name="connsiteX222" fmla="*/ 614207 w 1539414"/>
                <a:gd name="connsiteY222" fmla="*/ 1085256 h 1745392"/>
                <a:gd name="connsiteX223" fmla="*/ 651812 w 1539414"/>
                <a:gd name="connsiteY223" fmla="*/ 1100159 h 1745392"/>
                <a:gd name="connsiteX224" fmla="*/ 692465 w 1539414"/>
                <a:gd name="connsiteY224" fmla="*/ 1121837 h 1745392"/>
                <a:gd name="connsiteX225" fmla="*/ 713470 w 1539414"/>
                <a:gd name="connsiteY225" fmla="*/ 1135723 h 1745392"/>
                <a:gd name="connsiteX226" fmla="*/ 749719 w 1539414"/>
                <a:gd name="connsiteY226" fmla="*/ 1082547 h 1745392"/>
                <a:gd name="connsiteX227" fmla="*/ 733797 w 1539414"/>
                <a:gd name="connsiteY227" fmla="*/ 1072047 h 1745392"/>
                <a:gd name="connsiteX228" fmla="*/ 702290 w 1539414"/>
                <a:gd name="connsiteY228" fmla="*/ 1053757 h 1745392"/>
                <a:gd name="connsiteX229" fmla="*/ 671800 w 1539414"/>
                <a:gd name="connsiteY229" fmla="*/ 1038854 h 1745392"/>
                <a:gd name="connsiteX230" fmla="*/ 642326 w 1539414"/>
                <a:gd name="connsiteY230" fmla="*/ 1026999 h 1745392"/>
                <a:gd name="connsiteX231" fmla="*/ 613869 w 1539414"/>
                <a:gd name="connsiteY231" fmla="*/ 1018532 h 1745392"/>
                <a:gd name="connsiteX232" fmla="*/ 586428 w 1539414"/>
                <a:gd name="connsiteY232" fmla="*/ 1012435 h 1745392"/>
                <a:gd name="connsiteX233" fmla="*/ 560341 w 1539414"/>
                <a:gd name="connsiteY233" fmla="*/ 1009387 h 1745392"/>
                <a:gd name="connsiteX234" fmla="*/ 535272 w 1539414"/>
                <a:gd name="connsiteY234" fmla="*/ 1008370 h 1745392"/>
                <a:gd name="connsiteX235" fmla="*/ 522737 w 1539414"/>
                <a:gd name="connsiteY235" fmla="*/ 1009048 h 1745392"/>
                <a:gd name="connsiteX236" fmla="*/ 522398 w 1539414"/>
                <a:gd name="connsiteY236" fmla="*/ 989064 h 1745392"/>
                <a:gd name="connsiteX237" fmla="*/ 517655 w 1539414"/>
                <a:gd name="connsiteY237" fmla="*/ 936904 h 1745392"/>
                <a:gd name="connsiteX238" fmla="*/ 505798 w 1539414"/>
                <a:gd name="connsiteY238" fmla="*/ 874582 h 1745392"/>
                <a:gd name="connsiteX239" fmla="*/ 489875 w 1539414"/>
                <a:gd name="connsiteY239" fmla="*/ 824454 h 1745392"/>
                <a:gd name="connsiteX240" fmla="*/ 476324 w 1539414"/>
                <a:gd name="connsiteY240" fmla="*/ 790583 h 1745392"/>
                <a:gd name="connsiteX241" fmla="*/ 468532 w 1539414"/>
                <a:gd name="connsiteY241" fmla="*/ 773987 h 1745392"/>
                <a:gd name="connsiteX242" fmla="*/ 492924 w 1539414"/>
                <a:gd name="connsiteY242" fmla="*/ 759084 h 1745392"/>
                <a:gd name="connsiteX243" fmla="*/ 537304 w 1539414"/>
                <a:gd name="connsiteY243" fmla="*/ 727584 h 1745392"/>
                <a:gd name="connsiteX244" fmla="*/ 568472 w 1539414"/>
                <a:gd name="connsiteY244" fmla="*/ 700826 h 1745392"/>
                <a:gd name="connsiteX245" fmla="*/ 599301 w 1539414"/>
                <a:gd name="connsiteY245" fmla="*/ 669666 h 1745392"/>
                <a:gd name="connsiteX246" fmla="*/ 629114 w 1539414"/>
                <a:gd name="connsiteY246" fmla="*/ 633424 h 1745392"/>
                <a:gd name="connsiteX247" fmla="*/ 655877 w 1539414"/>
                <a:gd name="connsiteY247" fmla="*/ 592780 h 1745392"/>
                <a:gd name="connsiteX248" fmla="*/ 678576 w 1539414"/>
                <a:gd name="connsiteY248" fmla="*/ 547054 h 1745392"/>
                <a:gd name="connsiteX249" fmla="*/ 687384 w 1539414"/>
                <a:gd name="connsiteY249" fmla="*/ 521990 h 1745392"/>
                <a:gd name="connsiteX250" fmla="*/ 693143 w 1539414"/>
                <a:gd name="connsiteY250" fmla="*/ 504378 h 1745392"/>
                <a:gd name="connsiteX251" fmla="*/ 701613 w 1539414"/>
                <a:gd name="connsiteY251" fmla="*/ 468136 h 1745392"/>
                <a:gd name="connsiteX252" fmla="*/ 706355 w 1539414"/>
                <a:gd name="connsiteY252" fmla="*/ 431556 h 1745392"/>
                <a:gd name="connsiteX253" fmla="*/ 707711 w 1539414"/>
                <a:gd name="connsiteY253" fmla="*/ 393960 h 1745392"/>
                <a:gd name="connsiteX254" fmla="*/ 705678 w 1539414"/>
                <a:gd name="connsiteY254" fmla="*/ 355686 h 1745392"/>
                <a:gd name="connsiteX255" fmla="*/ 699919 w 1539414"/>
                <a:gd name="connsiteY255" fmla="*/ 316735 h 1745392"/>
                <a:gd name="connsiteX256" fmla="*/ 690433 w 1539414"/>
                <a:gd name="connsiteY256" fmla="*/ 277107 h 1745392"/>
                <a:gd name="connsiteX257" fmla="*/ 678237 w 1539414"/>
                <a:gd name="connsiteY257" fmla="*/ 236801 h 1745392"/>
                <a:gd name="connsiteX258" fmla="*/ 670445 w 1539414"/>
                <a:gd name="connsiteY258" fmla="*/ 216140 h 1745392"/>
                <a:gd name="connsiteX259" fmla="*/ 689755 w 1539414"/>
                <a:gd name="connsiteY259" fmla="*/ 212414 h 1745392"/>
                <a:gd name="connsiteX260" fmla="*/ 262894 w 1539414"/>
                <a:gd name="connsiteY260" fmla="*/ 0 h 1745392"/>
                <a:gd name="connsiteX261" fmla="*/ 280510 w 1539414"/>
                <a:gd name="connsiteY261" fmla="*/ 0 h 1745392"/>
                <a:gd name="connsiteX262" fmla="*/ 294400 w 1539414"/>
                <a:gd name="connsiteY262" fmla="*/ 0 h 1745392"/>
                <a:gd name="connsiteX263" fmla="*/ 321164 w 1539414"/>
                <a:gd name="connsiteY263" fmla="*/ 2033 h 1745392"/>
                <a:gd name="connsiteX264" fmla="*/ 360123 w 1539414"/>
                <a:gd name="connsiteY264" fmla="*/ 9147 h 1745392"/>
                <a:gd name="connsiteX265" fmla="*/ 406875 w 1539414"/>
                <a:gd name="connsiteY265" fmla="*/ 25070 h 1745392"/>
                <a:gd name="connsiteX266" fmla="*/ 449900 w 1539414"/>
                <a:gd name="connsiteY266" fmla="*/ 46752 h 1745392"/>
                <a:gd name="connsiteX267" fmla="*/ 487843 w 1539414"/>
                <a:gd name="connsiteY267" fmla="*/ 73177 h 1745392"/>
                <a:gd name="connsiteX268" fmla="*/ 521044 w 1539414"/>
                <a:gd name="connsiteY268" fmla="*/ 102312 h 1745392"/>
                <a:gd name="connsiteX269" fmla="*/ 549501 w 1539414"/>
                <a:gd name="connsiteY269" fmla="*/ 132802 h 1745392"/>
                <a:gd name="connsiteX270" fmla="*/ 573216 w 1539414"/>
                <a:gd name="connsiteY270" fmla="*/ 163969 h 1745392"/>
                <a:gd name="connsiteX271" fmla="*/ 583041 w 1539414"/>
                <a:gd name="connsiteY271" fmla="*/ 179215 h 1745392"/>
                <a:gd name="connsiteX272" fmla="*/ 593882 w 1539414"/>
                <a:gd name="connsiteY272" fmla="*/ 201574 h 1745392"/>
                <a:gd name="connsiteX273" fmla="*/ 612514 w 1539414"/>
                <a:gd name="connsiteY273" fmla="*/ 244938 h 1745392"/>
                <a:gd name="connsiteX274" fmla="*/ 627082 w 1539414"/>
                <a:gd name="connsiteY274" fmla="*/ 286947 h 1745392"/>
                <a:gd name="connsiteX275" fmla="*/ 636568 w 1539414"/>
                <a:gd name="connsiteY275" fmla="*/ 328278 h 1745392"/>
                <a:gd name="connsiteX276" fmla="*/ 642327 w 1539414"/>
                <a:gd name="connsiteY276" fmla="*/ 368592 h 1745392"/>
                <a:gd name="connsiteX277" fmla="*/ 643682 w 1539414"/>
                <a:gd name="connsiteY277" fmla="*/ 408230 h 1745392"/>
                <a:gd name="connsiteX278" fmla="*/ 639956 w 1539414"/>
                <a:gd name="connsiteY278" fmla="*/ 446512 h 1745392"/>
                <a:gd name="connsiteX279" fmla="*/ 632502 w 1539414"/>
                <a:gd name="connsiteY279" fmla="*/ 483439 h 1745392"/>
                <a:gd name="connsiteX280" fmla="*/ 627082 w 1539414"/>
                <a:gd name="connsiteY280" fmla="*/ 501394 h 1745392"/>
                <a:gd name="connsiteX281" fmla="*/ 618951 w 1539414"/>
                <a:gd name="connsiteY281" fmla="*/ 522737 h 1745392"/>
                <a:gd name="connsiteX282" fmla="*/ 599302 w 1539414"/>
                <a:gd name="connsiteY282" fmla="*/ 562374 h 1745392"/>
                <a:gd name="connsiteX283" fmla="*/ 575926 w 1539414"/>
                <a:gd name="connsiteY283" fmla="*/ 597607 h 1745392"/>
                <a:gd name="connsiteX284" fmla="*/ 549501 w 1539414"/>
                <a:gd name="connsiteY284" fmla="*/ 628775 h 1745392"/>
                <a:gd name="connsiteX285" fmla="*/ 522399 w 1539414"/>
                <a:gd name="connsiteY285" fmla="*/ 655878 h 1745392"/>
                <a:gd name="connsiteX286" fmla="*/ 494619 w 1539414"/>
                <a:gd name="connsiteY286" fmla="*/ 678915 h 1745392"/>
                <a:gd name="connsiteX287" fmla="*/ 455998 w 1539414"/>
                <a:gd name="connsiteY287" fmla="*/ 707033 h 1745392"/>
                <a:gd name="connsiteX288" fmla="*/ 434655 w 1539414"/>
                <a:gd name="connsiteY288" fmla="*/ 719568 h 1745392"/>
                <a:gd name="connsiteX289" fmla="*/ 422798 w 1539414"/>
                <a:gd name="connsiteY289" fmla="*/ 703646 h 1745392"/>
                <a:gd name="connsiteX290" fmla="*/ 396034 w 1539414"/>
                <a:gd name="connsiteY290" fmla="*/ 674510 h 1745392"/>
                <a:gd name="connsiteX291" fmla="*/ 380450 w 1539414"/>
                <a:gd name="connsiteY291" fmla="*/ 660620 h 1745392"/>
                <a:gd name="connsiteX292" fmla="*/ 363172 w 1539414"/>
                <a:gd name="connsiteY292" fmla="*/ 646731 h 1745392"/>
                <a:gd name="connsiteX293" fmla="*/ 325568 w 1539414"/>
                <a:gd name="connsiteY293" fmla="*/ 622677 h 1745392"/>
                <a:gd name="connsiteX294" fmla="*/ 284575 w 1539414"/>
                <a:gd name="connsiteY294" fmla="*/ 603706 h 1745392"/>
                <a:gd name="connsiteX295" fmla="*/ 240195 w 1539414"/>
                <a:gd name="connsiteY295" fmla="*/ 589138 h 1745392"/>
                <a:gd name="connsiteX296" fmla="*/ 192766 w 1539414"/>
                <a:gd name="connsiteY296" fmla="*/ 579991 h 1745392"/>
                <a:gd name="connsiteX297" fmla="*/ 141610 w 1539414"/>
                <a:gd name="connsiteY297" fmla="*/ 575926 h 1745392"/>
                <a:gd name="connsiteX298" fmla="*/ 87405 w 1539414"/>
                <a:gd name="connsiteY298" fmla="*/ 576942 h 1745392"/>
                <a:gd name="connsiteX299" fmla="*/ 29813 w 1539414"/>
                <a:gd name="connsiteY299" fmla="*/ 582701 h 1745392"/>
                <a:gd name="connsiteX300" fmla="*/ 0 w 1539414"/>
                <a:gd name="connsiteY300" fmla="*/ 587783 h 1745392"/>
                <a:gd name="connsiteX301" fmla="*/ 0 w 1539414"/>
                <a:gd name="connsiteY301" fmla="*/ 353347 h 1745392"/>
                <a:gd name="connsiteX302" fmla="*/ 0 w 1539414"/>
                <a:gd name="connsiteY302" fmla="*/ 334376 h 1745392"/>
                <a:gd name="connsiteX303" fmla="*/ 2033 w 1539414"/>
                <a:gd name="connsiteY303" fmla="*/ 298465 h 1745392"/>
                <a:gd name="connsiteX304" fmla="*/ 6437 w 1539414"/>
                <a:gd name="connsiteY304" fmla="*/ 263232 h 1745392"/>
                <a:gd name="connsiteX305" fmla="*/ 13213 w 1539414"/>
                <a:gd name="connsiteY305" fmla="*/ 230032 h 1745392"/>
                <a:gd name="connsiteX306" fmla="*/ 21682 w 1539414"/>
                <a:gd name="connsiteY306" fmla="*/ 197847 h 1745392"/>
                <a:gd name="connsiteX307" fmla="*/ 32862 w 1539414"/>
                <a:gd name="connsiteY307" fmla="*/ 168035 h 1745392"/>
                <a:gd name="connsiteX308" fmla="*/ 45397 w 1539414"/>
                <a:gd name="connsiteY308" fmla="*/ 139916 h 1745392"/>
                <a:gd name="connsiteX309" fmla="*/ 60981 w 1539414"/>
                <a:gd name="connsiteY309" fmla="*/ 114169 h 1745392"/>
                <a:gd name="connsiteX310" fmla="*/ 78597 w 1539414"/>
                <a:gd name="connsiteY310" fmla="*/ 89777 h 1745392"/>
                <a:gd name="connsiteX311" fmla="*/ 98246 w 1539414"/>
                <a:gd name="connsiteY311" fmla="*/ 68772 h 1745392"/>
                <a:gd name="connsiteX312" fmla="*/ 120267 w 1539414"/>
                <a:gd name="connsiteY312" fmla="*/ 50139 h 1745392"/>
                <a:gd name="connsiteX313" fmla="*/ 144321 w 1539414"/>
                <a:gd name="connsiteY313" fmla="*/ 33878 h 1745392"/>
                <a:gd name="connsiteX314" fmla="*/ 170745 w 1539414"/>
                <a:gd name="connsiteY314" fmla="*/ 20666 h 1745392"/>
                <a:gd name="connsiteX315" fmla="*/ 199203 w 1539414"/>
                <a:gd name="connsiteY315" fmla="*/ 10502 h 1745392"/>
                <a:gd name="connsiteX316" fmla="*/ 230032 w 1539414"/>
                <a:gd name="connsiteY316" fmla="*/ 3388 h 174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</a:cxnLst>
              <a:rect l="l" t="t" r="r" b="b"/>
              <a:pathLst>
                <a:path w="1539414" h="1745392">
                  <a:moveTo>
                    <a:pt x="1075964" y="503700"/>
                  </a:moveTo>
                  <a:lnTo>
                    <a:pt x="1076641" y="503700"/>
                  </a:lnTo>
                  <a:lnTo>
                    <a:pt x="1075286" y="504039"/>
                  </a:lnTo>
                  <a:lnTo>
                    <a:pt x="1075261" y="503841"/>
                  </a:lnTo>
                  <a:close/>
                  <a:moveTo>
                    <a:pt x="727360" y="210043"/>
                  </a:moveTo>
                  <a:lnTo>
                    <a:pt x="764287" y="211737"/>
                  </a:lnTo>
                  <a:lnTo>
                    <a:pt x="800536" y="218172"/>
                  </a:lnTo>
                  <a:lnTo>
                    <a:pt x="835430" y="228333"/>
                  </a:lnTo>
                  <a:lnTo>
                    <a:pt x="868970" y="242559"/>
                  </a:lnTo>
                  <a:lnTo>
                    <a:pt x="900476" y="259494"/>
                  </a:lnTo>
                  <a:lnTo>
                    <a:pt x="930289" y="279139"/>
                  </a:lnTo>
                  <a:lnTo>
                    <a:pt x="958069" y="301155"/>
                  </a:lnTo>
                  <a:lnTo>
                    <a:pt x="983477" y="325203"/>
                  </a:lnTo>
                  <a:lnTo>
                    <a:pt x="1006175" y="351283"/>
                  </a:lnTo>
                  <a:lnTo>
                    <a:pt x="1026163" y="378041"/>
                  </a:lnTo>
                  <a:lnTo>
                    <a:pt x="1043102" y="406153"/>
                  </a:lnTo>
                  <a:lnTo>
                    <a:pt x="1056653" y="434266"/>
                  </a:lnTo>
                  <a:lnTo>
                    <a:pt x="1066817" y="462378"/>
                  </a:lnTo>
                  <a:lnTo>
                    <a:pt x="1073592" y="490491"/>
                  </a:lnTo>
                  <a:lnTo>
                    <a:pt x="1075261" y="503841"/>
                  </a:lnTo>
                  <a:lnTo>
                    <a:pt x="1074270" y="504039"/>
                  </a:lnTo>
                  <a:lnTo>
                    <a:pt x="1075286" y="504039"/>
                  </a:lnTo>
                  <a:lnTo>
                    <a:pt x="1084772" y="552812"/>
                  </a:lnTo>
                  <a:lnTo>
                    <a:pt x="1094935" y="615134"/>
                  </a:lnTo>
                  <a:lnTo>
                    <a:pt x="1098662" y="652730"/>
                  </a:lnTo>
                  <a:lnTo>
                    <a:pt x="1099001" y="686601"/>
                  </a:lnTo>
                  <a:lnTo>
                    <a:pt x="1095613" y="718439"/>
                  </a:lnTo>
                  <a:lnTo>
                    <a:pt x="1088499" y="748245"/>
                  </a:lnTo>
                  <a:lnTo>
                    <a:pt x="1076641" y="776358"/>
                  </a:lnTo>
                  <a:lnTo>
                    <a:pt x="1068511" y="789906"/>
                  </a:lnTo>
                  <a:lnTo>
                    <a:pt x="1061735" y="801083"/>
                  </a:lnTo>
                  <a:lnTo>
                    <a:pt x="1045474" y="822421"/>
                  </a:lnTo>
                  <a:lnTo>
                    <a:pt x="1027518" y="840712"/>
                  </a:lnTo>
                  <a:lnTo>
                    <a:pt x="1008208" y="857308"/>
                  </a:lnTo>
                  <a:lnTo>
                    <a:pt x="977379" y="878985"/>
                  </a:lnTo>
                  <a:lnTo>
                    <a:pt x="935709" y="900324"/>
                  </a:lnTo>
                  <a:lnTo>
                    <a:pt x="895056" y="915904"/>
                  </a:lnTo>
                  <a:lnTo>
                    <a:pt x="860161" y="926065"/>
                  </a:lnTo>
                  <a:lnTo>
                    <a:pt x="822218" y="933517"/>
                  </a:lnTo>
                  <a:lnTo>
                    <a:pt x="816120" y="933855"/>
                  </a:lnTo>
                  <a:lnTo>
                    <a:pt x="822218" y="997871"/>
                  </a:lnTo>
                  <a:lnTo>
                    <a:pt x="831704" y="997193"/>
                  </a:lnTo>
                  <a:lnTo>
                    <a:pt x="877100" y="987709"/>
                  </a:lnTo>
                  <a:lnTo>
                    <a:pt x="918431" y="975855"/>
                  </a:lnTo>
                  <a:lnTo>
                    <a:pt x="965522" y="957565"/>
                  </a:lnTo>
                  <a:lnTo>
                    <a:pt x="1002449" y="938597"/>
                  </a:lnTo>
                  <a:lnTo>
                    <a:pt x="1026841" y="923356"/>
                  </a:lnTo>
                  <a:lnTo>
                    <a:pt x="1051233" y="905743"/>
                  </a:lnTo>
                  <a:lnTo>
                    <a:pt x="1073931" y="885421"/>
                  </a:lnTo>
                  <a:lnTo>
                    <a:pt x="1095613" y="863066"/>
                  </a:lnTo>
                  <a:lnTo>
                    <a:pt x="1114923" y="837325"/>
                  </a:lnTo>
                  <a:lnTo>
                    <a:pt x="1123393" y="823099"/>
                  </a:lnTo>
                  <a:lnTo>
                    <a:pt x="1132879" y="807518"/>
                  </a:lnTo>
                  <a:lnTo>
                    <a:pt x="1147785" y="773987"/>
                  </a:lnTo>
                  <a:lnTo>
                    <a:pt x="1158626" y="738761"/>
                  </a:lnTo>
                  <a:lnTo>
                    <a:pt x="1165402" y="701504"/>
                  </a:lnTo>
                  <a:lnTo>
                    <a:pt x="1167773" y="662553"/>
                  </a:lnTo>
                  <a:lnTo>
                    <a:pt x="1166079" y="621231"/>
                  </a:lnTo>
                  <a:lnTo>
                    <a:pt x="1160997" y="578215"/>
                  </a:lnTo>
                  <a:lnTo>
                    <a:pt x="1151173" y="533845"/>
                  </a:lnTo>
                  <a:lnTo>
                    <a:pt x="1144736" y="510474"/>
                  </a:lnTo>
                  <a:lnTo>
                    <a:pt x="1161336" y="514877"/>
                  </a:lnTo>
                  <a:lnTo>
                    <a:pt x="1193859" y="526732"/>
                  </a:lnTo>
                  <a:lnTo>
                    <a:pt x="1225027" y="542313"/>
                  </a:lnTo>
                  <a:lnTo>
                    <a:pt x="1254839" y="561619"/>
                  </a:lnTo>
                  <a:lnTo>
                    <a:pt x="1283297" y="583973"/>
                  </a:lnTo>
                  <a:lnTo>
                    <a:pt x="1309383" y="609037"/>
                  </a:lnTo>
                  <a:lnTo>
                    <a:pt x="1333436" y="637150"/>
                  </a:lnTo>
                  <a:lnTo>
                    <a:pt x="1355457" y="667633"/>
                  </a:lnTo>
                  <a:lnTo>
                    <a:pt x="1374429" y="700149"/>
                  </a:lnTo>
                  <a:lnTo>
                    <a:pt x="1390690" y="734358"/>
                  </a:lnTo>
                  <a:lnTo>
                    <a:pt x="1403225" y="770600"/>
                  </a:lnTo>
                  <a:lnTo>
                    <a:pt x="1413049" y="807857"/>
                  </a:lnTo>
                  <a:lnTo>
                    <a:pt x="1418470" y="846470"/>
                  </a:lnTo>
                  <a:lnTo>
                    <a:pt x="1420841" y="885421"/>
                  </a:lnTo>
                  <a:lnTo>
                    <a:pt x="1418470" y="925049"/>
                  </a:lnTo>
                  <a:lnTo>
                    <a:pt x="1412033" y="964678"/>
                  </a:lnTo>
                  <a:lnTo>
                    <a:pt x="1407290" y="984322"/>
                  </a:lnTo>
                  <a:lnTo>
                    <a:pt x="1416437" y="987371"/>
                  </a:lnTo>
                  <a:lnTo>
                    <a:pt x="1434054" y="994484"/>
                  </a:lnTo>
                  <a:lnTo>
                    <a:pt x="1450315" y="1003290"/>
                  </a:lnTo>
                  <a:lnTo>
                    <a:pt x="1464883" y="1013790"/>
                  </a:lnTo>
                  <a:lnTo>
                    <a:pt x="1483516" y="1031741"/>
                  </a:lnTo>
                  <a:lnTo>
                    <a:pt x="1504181" y="1060531"/>
                  </a:lnTo>
                  <a:lnTo>
                    <a:pt x="1519765" y="1094063"/>
                  </a:lnTo>
                  <a:lnTo>
                    <a:pt x="1530606" y="1129965"/>
                  </a:lnTo>
                  <a:lnTo>
                    <a:pt x="1536704" y="1167900"/>
                  </a:lnTo>
                  <a:lnTo>
                    <a:pt x="1539414" y="1206513"/>
                  </a:lnTo>
                  <a:lnTo>
                    <a:pt x="1539414" y="1225819"/>
                  </a:lnTo>
                  <a:lnTo>
                    <a:pt x="1538059" y="1240722"/>
                  </a:lnTo>
                  <a:lnTo>
                    <a:pt x="1532639" y="1270528"/>
                  </a:lnTo>
                  <a:lnTo>
                    <a:pt x="1528912" y="1285092"/>
                  </a:lnTo>
                  <a:lnTo>
                    <a:pt x="1525185" y="1296608"/>
                  </a:lnTo>
                  <a:lnTo>
                    <a:pt x="1516716" y="1318285"/>
                  </a:lnTo>
                  <a:lnTo>
                    <a:pt x="1505536" y="1338946"/>
                  </a:lnTo>
                  <a:lnTo>
                    <a:pt x="1493001" y="1357914"/>
                  </a:lnTo>
                  <a:lnTo>
                    <a:pt x="1478434" y="1375527"/>
                  </a:lnTo>
                  <a:lnTo>
                    <a:pt x="1461156" y="1391784"/>
                  </a:lnTo>
                  <a:lnTo>
                    <a:pt x="1442184" y="1406687"/>
                  </a:lnTo>
                  <a:lnTo>
                    <a:pt x="1421180" y="1420236"/>
                  </a:lnTo>
                  <a:lnTo>
                    <a:pt x="1410000" y="1426671"/>
                  </a:lnTo>
                  <a:lnTo>
                    <a:pt x="1398821" y="1432429"/>
                  </a:lnTo>
                  <a:lnTo>
                    <a:pt x="1376122" y="1441235"/>
                  </a:lnTo>
                  <a:lnTo>
                    <a:pt x="1341906" y="1450380"/>
                  </a:lnTo>
                  <a:lnTo>
                    <a:pt x="1296509" y="1454783"/>
                  </a:lnTo>
                  <a:lnTo>
                    <a:pt x="1253484" y="1453767"/>
                  </a:lnTo>
                  <a:lnTo>
                    <a:pt x="1215202" y="1448009"/>
                  </a:lnTo>
                  <a:lnTo>
                    <a:pt x="1183357" y="1440558"/>
                  </a:lnTo>
                  <a:lnTo>
                    <a:pt x="1150495" y="1430058"/>
                  </a:lnTo>
                  <a:lnTo>
                    <a:pt x="1145414" y="1427687"/>
                  </a:lnTo>
                  <a:lnTo>
                    <a:pt x="1121699" y="1417187"/>
                  </a:lnTo>
                  <a:lnTo>
                    <a:pt x="1108487" y="1409397"/>
                  </a:lnTo>
                  <a:lnTo>
                    <a:pt x="1084772" y="1390430"/>
                  </a:lnTo>
                  <a:lnTo>
                    <a:pt x="1074270" y="1379930"/>
                  </a:lnTo>
                  <a:lnTo>
                    <a:pt x="1061058" y="1364011"/>
                  </a:lnTo>
                  <a:lnTo>
                    <a:pt x="1040731" y="1331156"/>
                  </a:lnTo>
                  <a:lnTo>
                    <a:pt x="1026502" y="1297286"/>
                  </a:lnTo>
                  <a:lnTo>
                    <a:pt x="1017016" y="1264431"/>
                  </a:lnTo>
                  <a:lnTo>
                    <a:pt x="1010241" y="1220061"/>
                  </a:lnTo>
                  <a:lnTo>
                    <a:pt x="1009224" y="1182465"/>
                  </a:lnTo>
                  <a:lnTo>
                    <a:pt x="1009224" y="1178062"/>
                  </a:lnTo>
                  <a:lnTo>
                    <a:pt x="945195" y="1172642"/>
                  </a:lnTo>
                  <a:lnTo>
                    <a:pt x="944856" y="1178739"/>
                  </a:lnTo>
                  <a:lnTo>
                    <a:pt x="945195" y="1212271"/>
                  </a:lnTo>
                  <a:lnTo>
                    <a:pt x="947905" y="1243770"/>
                  </a:lnTo>
                  <a:lnTo>
                    <a:pt x="954342" y="1280689"/>
                  </a:lnTo>
                  <a:lnTo>
                    <a:pt x="966199" y="1320656"/>
                  </a:lnTo>
                  <a:lnTo>
                    <a:pt x="984493" y="1362317"/>
                  </a:lnTo>
                  <a:lnTo>
                    <a:pt x="1003126" y="1393139"/>
                  </a:lnTo>
                  <a:lnTo>
                    <a:pt x="1018033" y="1413123"/>
                  </a:lnTo>
                  <a:lnTo>
                    <a:pt x="1026502" y="1422945"/>
                  </a:lnTo>
                  <a:lnTo>
                    <a:pt x="1041747" y="1438187"/>
                  </a:lnTo>
                  <a:lnTo>
                    <a:pt x="1075964" y="1464945"/>
                  </a:lnTo>
                  <a:lnTo>
                    <a:pt x="1094935" y="1476461"/>
                  </a:lnTo>
                  <a:lnTo>
                    <a:pt x="1090531" y="1492380"/>
                  </a:lnTo>
                  <a:lnTo>
                    <a:pt x="1080029" y="1522186"/>
                  </a:lnTo>
                  <a:lnTo>
                    <a:pt x="1067494" y="1549621"/>
                  </a:lnTo>
                  <a:lnTo>
                    <a:pt x="1053266" y="1574685"/>
                  </a:lnTo>
                  <a:lnTo>
                    <a:pt x="1037343" y="1597717"/>
                  </a:lnTo>
                  <a:lnTo>
                    <a:pt x="1019388" y="1617700"/>
                  </a:lnTo>
                  <a:lnTo>
                    <a:pt x="999738" y="1635313"/>
                  </a:lnTo>
                  <a:lnTo>
                    <a:pt x="978057" y="1650555"/>
                  </a:lnTo>
                  <a:lnTo>
                    <a:pt x="966877" y="1657329"/>
                  </a:lnTo>
                  <a:lnTo>
                    <a:pt x="947905" y="1666813"/>
                  </a:lnTo>
                  <a:lnTo>
                    <a:pt x="909284" y="1680700"/>
                  </a:lnTo>
                  <a:lnTo>
                    <a:pt x="869647" y="1688490"/>
                  </a:lnTo>
                  <a:lnTo>
                    <a:pt x="830688" y="1691538"/>
                  </a:lnTo>
                  <a:lnTo>
                    <a:pt x="793422" y="1690522"/>
                  </a:lnTo>
                  <a:lnTo>
                    <a:pt x="758527" y="1687135"/>
                  </a:lnTo>
                  <a:lnTo>
                    <a:pt x="713131" y="1679345"/>
                  </a:lnTo>
                  <a:lnTo>
                    <a:pt x="690433" y="1673587"/>
                  </a:lnTo>
                  <a:lnTo>
                    <a:pt x="706355" y="1653264"/>
                  </a:lnTo>
                  <a:lnTo>
                    <a:pt x="731764" y="1612959"/>
                  </a:lnTo>
                  <a:lnTo>
                    <a:pt x="751752" y="1572653"/>
                  </a:lnTo>
                  <a:lnTo>
                    <a:pt x="765642" y="1534379"/>
                  </a:lnTo>
                  <a:lnTo>
                    <a:pt x="779193" y="1484251"/>
                  </a:lnTo>
                  <a:lnTo>
                    <a:pt x="785969" y="1440897"/>
                  </a:lnTo>
                  <a:lnTo>
                    <a:pt x="786307" y="1434800"/>
                  </a:lnTo>
                  <a:lnTo>
                    <a:pt x="722278" y="1431074"/>
                  </a:lnTo>
                  <a:lnTo>
                    <a:pt x="721939" y="1436493"/>
                  </a:lnTo>
                  <a:lnTo>
                    <a:pt x="716519" y="1469348"/>
                  </a:lnTo>
                  <a:lnTo>
                    <a:pt x="708727" y="1501186"/>
                  </a:lnTo>
                  <a:lnTo>
                    <a:pt x="696192" y="1537766"/>
                  </a:lnTo>
                  <a:lnTo>
                    <a:pt x="677898" y="1577733"/>
                  </a:lnTo>
                  <a:lnTo>
                    <a:pt x="652490" y="1618378"/>
                  </a:lnTo>
                  <a:lnTo>
                    <a:pt x="628097" y="1647168"/>
                  </a:lnTo>
                  <a:lnTo>
                    <a:pt x="609465" y="1665797"/>
                  </a:lnTo>
                  <a:lnTo>
                    <a:pt x="598962" y="1673925"/>
                  </a:lnTo>
                  <a:lnTo>
                    <a:pt x="584395" y="1685780"/>
                  </a:lnTo>
                  <a:lnTo>
                    <a:pt x="551872" y="1705764"/>
                  </a:lnTo>
                  <a:lnTo>
                    <a:pt x="516639" y="1721344"/>
                  </a:lnTo>
                  <a:lnTo>
                    <a:pt x="478357" y="1733199"/>
                  </a:lnTo>
                  <a:lnTo>
                    <a:pt x="437703" y="1740989"/>
                  </a:lnTo>
                  <a:lnTo>
                    <a:pt x="393662" y="1745053"/>
                  </a:lnTo>
                  <a:lnTo>
                    <a:pt x="347249" y="1745392"/>
                  </a:lnTo>
                  <a:lnTo>
                    <a:pt x="298126" y="1741666"/>
                  </a:lnTo>
                  <a:lnTo>
                    <a:pt x="272040" y="1737602"/>
                  </a:lnTo>
                  <a:lnTo>
                    <a:pt x="249681" y="1733538"/>
                  </a:lnTo>
                  <a:lnTo>
                    <a:pt x="206317" y="1719651"/>
                  </a:lnTo>
                  <a:lnTo>
                    <a:pt x="166002" y="1700344"/>
                  </a:lnTo>
                  <a:lnTo>
                    <a:pt x="128059" y="1676635"/>
                  </a:lnTo>
                  <a:lnTo>
                    <a:pt x="93503" y="1649877"/>
                  </a:lnTo>
                  <a:lnTo>
                    <a:pt x="61658" y="1621426"/>
                  </a:lnTo>
                  <a:lnTo>
                    <a:pt x="21005" y="1578749"/>
                  </a:lnTo>
                  <a:lnTo>
                    <a:pt x="0" y="1552669"/>
                  </a:lnTo>
                  <a:lnTo>
                    <a:pt x="0" y="652392"/>
                  </a:lnTo>
                  <a:lnTo>
                    <a:pt x="27103" y="647650"/>
                  </a:lnTo>
                  <a:lnTo>
                    <a:pt x="79275" y="641553"/>
                  </a:lnTo>
                  <a:lnTo>
                    <a:pt x="128059" y="639860"/>
                  </a:lnTo>
                  <a:lnTo>
                    <a:pt x="173794" y="642231"/>
                  </a:lnTo>
                  <a:lnTo>
                    <a:pt x="216480" y="649343"/>
                  </a:lnTo>
                  <a:lnTo>
                    <a:pt x="255440" y="660859"/>
                  </a:lnTo>
                  <a:lnTo>
                    <a:pt x="291351" y="676440"/>
                  </a:lnTo>
                  <a:lnTo>
                    <a:pt x="323873" y="697101"/>
                  </a:lnTo>
                  <a:lnTo>
                    <a:pt x="338441" y="708955"/>
                  </a:lnTo>
                  <a:lnTo>
                    <a:pt x="348604" y="717762"/>
                  </a:lnTo>
                  <a:lnTo>
                    <a:pt x="366898" y="736729"/>
                  </a:lnTo>
                  <a:lnTo>
                    <a:pt x="383160" y="757051"/>
                  </a:lnTo>
                  <a:lnTo>
                    <a:pt x="397389" y="778390"/>
                  </a:lnTo>
                  <a:lnTo>
                    <a:pt x="415344" y="811244"/>
                  </a:lnTo>
                  <a:lnTo>
                    <a:pt x="432960" y="856631"/>
                  </a:lnTo>
                  <a:lnTo>
                    <a:pt x="445156" y="901001"/>
                  </a:lnTo>
                  <a:lnTo>
                    <a:pt x="452948" y="942662"/>
                  </a:lnTo>
                  <a:lnTo>
                    <a:pt x="458369" y="996177"/>
                  </a:lnTo>
                  <a:lnTo>
                    <a:pt x="458708" y="1019886"/>
                  </a:lnTo>
                  <a:lnTo>
                    <a:pt x="439397" y="1025983"/>
                  </a:lnTo>
                  <a:lnTo>
                    <a:pt x="404842" y="1041225"/>
                  </a:lnTo>
                  <a:lnTo>
                    <a:pt x="375029" y="1059515"/>
                  </a:lnTo>
                  <a:lnTo>
                    <a:pt x="348943" y="1078144"/>
                  </a:lnTo>
                  <a:lnTo>
                    <a:pt x="319131" y="1104901"/>
                  </a:lnTo>
                  <a:lnTo>
                    <a:pt x="297110" y="1129965"/>
                  </a:lnTo>
                  <a:lnTo>
                    <a:pt x="295077" y="1133014"/>
                  </a:lnTo>
                  <a:lnTo>
                    <a:pt x="347588" y="1169933"/>
                  </a:lnTo>
                  <a:lnTo>
                    <a:pt x="353686" y="1161804"/>
                  </a:lnTo>
                  <a:lnTo>
                    <a:pt x="388919" y="1127595"/>
                  </a:lnTo>
                  <a:lnTo>
                    <a:pt x="415344" y="1108627"/>
                  </a:lnTo>
                  <a:lnTo>
                    <a:pt x="436009" y="1097111"/>
                  </a:lnTo>
                  <a:lnTo>
                    <a:pt x="459724" y="1086950"/>
                  </a:lnTo>
                  <a:lnTo>
                    <a:pt x="485471" y="1079160"/>
                  </a:lnTo>
                  <a:lnTo>
                    <a:pt x="513929" y="1074418"/>
                  </a:lnTo>
                  <a:lnTo>
                    <a:pt x="544758" y="1073402"/>
                  </a:lnTo>
                  <a:lnTo>
                    <a:pt x="578297" y="1076450"/>
                  </a:lnTo>
                  <a:lnTo>
                    <a:pt x="614207" y="1085256"/>
                  </a:lnTo>
                  <a:lnTo>
                    <a:pt x="651812" y="1100159"/>
                  </a:lnTo>
                  <a:lnTo>
                    <a:pt x="692465" y="1121837"/>
                  </a:lnTo>
                  <a:lnTo>
                    <a:pt x="713470" y="1135723"/>
                  </a:lnTo>
                  <a:lnTo>
                    <a:pt x="749719" y="1082547"/>
                  </a:lnTo>
                  <a:lnTo>
                    <a:pt x="733797" y="1072047"/>
                  </a:lnTo>
                  <a:lnTo>
                    <a:pt x="702290" y="1053757"/>
                  </a:lnTo>
                  <a:lnTo>
                    <a:pt x="671800" y="1038854"/>
                  </a:lnTo>
                  <a:lnTo>
                    <a:pt x="642326" y="1026999"/>
                  </a:lnTo>
                  <a:lnTo>
                    <a:pt x="613869" y="1018532"/>
                  </a:lnTo>
                  <a:lnTo>
                    <a:pt x="586428" y="1012435"/>
                  </a:lnTo>
                  <a:lnTo>
                    <a:pt x="560341" y="1009387"/>
                  </a:lnTo>
                  <a:lnTo>
                    <a:pt x="535272" y="1008370"/>
                  </a:lnTo>
                  <a:lnTo>
                    <a:pt x="522737" y="1009048"/>
                  </a:lnTo>
                  <a:lnTo>
                    <a:pt x="522398" y="989064"/>
                  </a:lnTo>
                  <a:lnTo>
                    <a:pt x="517655" y="936904"/>
                  </a:lnTo>
                  <a:lnTo>
                    <a:pt x="505798" y="874582"/>
                  </a:lnTo>
                  <a:lnTo>
                    <a:pt x="489875" y="824454"/>
                  </a:lnTo>
                  <a:lnTo>
                    <a:pt x="476324" y="790583"/>
                  </a:lnTo>
                  <a:lnTo>
                    <a:pt x="468532" y="773987"/>
                  </a:lnTo>
                  <a:lnTo>
                    <a:pt x="492924" y="759084"/>
                  </a:lnTo>
                  <a:lnTo>
                    <a:pt x="537304" y="727584"/>
                  </a:lnTo>
                  <a:lnTo>
                    <a:pt x="568472" y="700826"/>
                  </a:lnTo>
                  <a:lnTo>
                    <a:pt x="599301" y="669666"/>
                  </a:lnTo>
                  <a:lnTo>
                    <a:pt x="629114" y="633424"/>
                  </a:lnTo>
                  <a:lnTo>
                    <a:pt x="655877" y="592780"/>
                  </a:lnTo>
                  <a:lnTo>
                    <a:pt x="678576" y="547054"/>
                  </a:lnTo>
                  <a:lnTo>
                    <a:pt x="687384" y="521990"/>
                  </a:lnTo>
                  <a:lnTo>
                    <a:pt x="693143" y="504378"/>
                  </a:lnTo>
                  <a:lnTo>
                    <a:pt x="701613" y="468136"/>
                  </a:lnTo>
                  <a:lnTo>
                    <a:pt x="706355" y="431556"/>
                  </a:lnTo>
                  <a:lnTo>
                    <a:pt x="707711" y="393960"/>
                  </a:lnTo>
                  <a:lnTo>
                    <a:pt x="705678" y="355686"/>
                  </a:lnTo>
                  <a:lnTo>
                    <a:pt x="699919" y="316735"/>
                  </a:lnTo>
                  <a:lnTo>
                    <a:pt x="690433" y="277107"/>
                  </a:lnTo>
                  <a:lnTo>
                    <a:pt x="678237" y="236801"/>
                  </a:lnTo>
                  <a:lnTo>
                    <a:pt x="670445" y="216140"/>
                  </a:lnTo>
                  <a:lnTo>
                    <a:pt x="689755" y="212414"/>
                  </a:lnTo>
                  <a:close/>
                  <a:moveTo>
                    <a:pt x="262894" y="0"/>
                  </a:moveTo>
                  <a:lnTo>
                    <a:pt x="280510" y="0"/>
                  </a:lnTo>
                  <a:lnTo>
                    <a:pt x="294400" y="0"/>
                  </a:lnTo>
                  <a:lnTo>
                    <a:pt x="321164" y="2033"/>
                  </a:lnTo>
                  <a:lnTo>
                    <a:pt x="360123" y="9147"/>
                  </a:lnTo>
                  <a:lnTo>
                    <a:pt x="406875" y="25070"/>
                  </a:lnTo>
                  <a:lnTo>
                    <a:pt x="449900" y="46752"/>
                  </a:lnTo>
                  <a:lnTo>
                    <a:pt x="487843" y="73177"/>
                  </a:lnTo>
                  <a:lnTo>
                    <a:pt x="521044" y="102312"/>
                  </a:lnTo>
                  <a:lnTo>
                    <a:pt x="549501" y="132802"/>
                  </a:lnTo>
                  <a:lnTo>
                    <a:pt x="573216" y="163969"/>
                  </a:lnTo>
                  <a:lnTo>
                    <a:pt x="583041" y="179215"/>
                  </a:lnTo>
                  <a:lnTo>
                    <a:pt x="593882" y="201574"/>
                  </a:lnTo>
                  <a:lnTo>
                    <a:pt x="612514" y="244938"/>
                  </a:lnTo>
                  <a:lnTo>
                    <a:pt x="627082" y="286947"/>
                  </a:lnTo>
                  <a:lnTo>
                    <a:pt x="636568" y="328278"/>
                  </a:lnTo>
                  <a:lnTo>
                    <a:pt x="642327" y="368592"/>
                  </a:lnTo>
                  <a:lnTo>
                    <a:pt x="643682" y="408230"/>
                  </a:lnTo>
                  <a:lnTo>
                    <a:pt x="639956" y="446512"/>
                  </a:lnTo>
                  <a:lnTo>
                    <a:pt x="632502" y="483439"/>
                  </a:lnTo>
                  <a:lnTo>
                    <a:pt x="627082" y="501394"/>
                  </a:lnTo>
                  <a:lnTo>
                    <a:pt x="618951" y="522737"/>
                  </a:lnTo>
                  <a:lnTo>
                    <a:pt x="599302" y="562374"/>
                  </a:lnTo>
                  <a:lnTo>
                    <a:pt x="575926" y="597607"/>
                  </a:lnTo>
                  <a:lnTo>
                    <a:pt x="549501" y="628775"/>
                  </a:lnTo>
                  <a:lnTo>
                    <a:pt x="522399" y="655878"/>
                  </a:lnTo>
                  <a:lnTo>
                    <a:pt x="494619" y="678915"/>
                  </a:lnTo>
                  <a:lnTo>
                    <a:pt x="455998" y="707033"/>
                  </a:lnTo>
                  <a:lnTo>
                    <a:pt x="434655" y="719568"/>
                  </a:lnTo>
                  <a:lnTo>
                    <a:pt x="422798" y="703646"/>
                  </a:lnTo>
                  <a:lnTo>
                    <a:pt x="396034" y="674510"/>
                  </a:lnTo>
                  <a:lnTo>
                    <a:pt x="380450" y="660620"/>
                  </a:lnTo>
                  <a:lnTo>
                    <a:pt x="363172" y="646731"/>
                  </a:lnTo>
                  <a:lnTo>
                    <a:pt x="325568" y="622677"/>
                  </a:lnTo>
                  <a:lnTo>
                    <a:pt x="284575" y="603706"/>
                  </a:lnTo>
                  <a:lnTo>
                    <a:pt x="240195" y="589138"/>
                  </a:lnTo>
                  <a:lnTo>
                    <a:pt x="192766" y="579991"/>
                  </a:lnTo>
                  <a:lnTo>
                    <a:pt x="141610" y="575926"/>
                  </a:lnTo>
                  <a:lnTo>
                    <a:pt x="87405" y="576942"/>
                  </a:lnTo>
                  <a:lnTo>
                    <a:pt x="29813" y="582701"/>
                  </a:lnTo>
                  <a:lnTo>
                    <a:pt x="0" y="587783"/>
                  </a:lnTo>
                  <a:lnTo>
                    <a:pt x="0" y="353347"/>
                  </a:lnTo>
                  <a:lnTo>
                    <a:pt x="0" y="334376"/>
                  </a:lnTo>
                  <a:lnTo>
                    <a:pt x="2033" y="298465"/>
                  </a:lnTo>
                  <a:lnTo>
                    <a:pt x="6437" y="263232"/>
                  </a:lnTo>
                  <a:lnTo>
                    <a:pt x="13213" y="230032"/>
                  </a:lnTo>
                  <a:lnTo>
                    <a:pt x="21682" y="197847"/>
                  </a:lnTo>
                  <a:lnTo>
                    <a:pt x="32862" y="168035"/>
                  </a:lnTo>
                  <a:lnTo>
                    <a:pt x="45397" y="139916"/>
                  </a:lnTo>
                  <a:lnTo>
                    <a:pt x="60981" y="114169"/>
                  </a:lnTo>
                  <a:lnTo>
                    <a:pt x="78597" y="89777"/>
                  </a:lnTo>
                  <a:lnTo>
                    <a:pt x="98246" y="68772"/>
                  </a:lnTo>
                  <a:lnTo>
                    <a:pt x="120267" y="50139"/>
                  </a:lnTo>
                  <a:lnTo>
                    <a:pt x="144321" y="33878"/>
                  </a:lnTo>
                  <a:lnTo>
                    <a:pt x="170745" y="20666"/>
                  </a:lnTo>
                  <a:lnTo>
                    <a:pt x="199203" y="10502"/>
                  </a:lnTo>
                  <a:lnTo>
                    <a:pt x="230032" y="3388"/>
                  </a:lnTo>
                  <a:close/>
                </a:path>
              </a:pathLst>
            </a:custGeom>
            <a:solidFill>
              <a:srgbClr val="FBA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33C22B6-520D-46DE-B981-D3110E294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858" y="2033743"/>
              <a:ext cx="1539414" cy="1848381"/>
            </a:xfrm>
            <a:custGeom>
              <a:avLst/>
              <a:gdLst>
                <a:gd name="connsiteX0" fmla="*/ 540662 w 1539414"/>
                <a:gd name="connsiteY0" fmla="*/ 773773 h 1848381"/>
                <a:gd name="connsiteX1" fmla="*/ 561652 w 1539414"/>
                <a:gd name="connsiteY1" fmla="*/ 785292 h 1848381"/>
                <a:gd name="connsiteX2" fmla="*/ 602955 w 1539414"/>
                <a:gd name="connsiteY2" fmla="*/ 805280 h 1848381"/>
                <a:gd name="connsiteX3" fmla="*/ 643919 w 1539414"/>
                <a:gd name="connsiteY3" fmla="*/ 820863 h 1848381"/>
                <a:gd name="connsiteX4" fmla="*/ 683868 w 1539414"/>
                <a:gd name="connsiteY4" fmla="*/ 831704 h 1848381"/>
                <a:gd name="connsiteX5" fmla="*/ 723817 w 1539414"/>
                <a:gd name="connsiteY5" fmla="*/ 838819 h 1848381"/>
                <a:gd name="connsiteX6" fmla="*/ 762750 w 1539414"/>
                <a:gd name="connsiteY6" fmla="*/ 840851 h 1848381"/>
                <a:gd name="connsiteX7" fmla="*/ 801006 w 1539414"/>
                <a:gd name="connsiteY7" fmla="*/ 838819 h 1848381"/>
                <a:gd name="connsiteX8" fmla="*/ 838585 w 1539414"/>
                <a:gd name="connsiteY8" fmla="*/ 832382 h 1848381"/>
                <a:gd name="connsiteX9" fmla="*/ 857543 w 1539414"/>
                <a:gd name="connsiteY9" fmla="*/ 826962 h 1848381"/>
                <a:gd name="connsiteX10" fmla="*/ 873455 w 1539414"/>
                <a:gd name="connsiteY10" fmla="*/ 821541 h 1848381"/>
                <a:gd name="connsiteX11" fmla="*/ 903248 w 1539414"/>
                <a:gd name="connsiteY11" fmla="*/ 809684 h 1848381"/>
                <a:gd name="connsiteX12" fmla="*/ 917128 w 1539414"/>
                <a:gd name="connsiteY12" fmla="*/ 802231 h 1848381"/>
                <a:gd name="connsiteX13" fmla="*/ 930331 w 1539414"/>
                <a:gd name="connsiteY13" fmla="*/ 823913 h 1848381"/>
                <a:gd name="connsiteX14" fmla="*/ 952337 w 1539414"/>
                <a:gd name="connsiteY14" fmla="*/ 864566 h 1848381"/>
                <a:gd name="connsiteX15" fmla="*/ 969603 w 1539414"/>
                <a:gd name="connsiteY15" fmla="*/ 904542 h 1848381"/>
                <a:gd name="connsiteX16" fmla="*/ 981452 w 1539414"/>
                <a:gd name="connsiteY16" fmla="*/ 943841 h 1848381"/>
                <a:gd name="connsiteX17" fmla="*/ 988900 w 1539414"/>
                <a:gd name="connsiteY17" fmla="*/ 982461 h 1848381"/>
                <a:gd name="connsiteX18" fmla="*/ 991947 w 1539414"/>
                <a:gd name="connsiteY18" fmla="*/ 1020066 h 1848381"/>
                <a:gd name="connsiteX19" fmla="*/ 989577 w 1539414"/>
                <a:gd name="connsiteY19" fmla="*/ 1058009 h 1848381"/>
                <a:gd name="connsiteX20" fmla="*/ 983484 w 1539414"/>
                <a:gd name="connsiteY20" fmla="*/ 1095614 h 1848381"/>
                <a:gd name="connsiteX21" fmla="*/ 978067 w 1539414"/>
                <a:gd name="connsiteY21" fmla="*/ 1114585 h 1848381"/>
                <a:gd name="connsiteX22" fmla="*/ 974004 w 1539414"/>
                <a:gd name="connsiteY22" fmla="*/ 1127459 h 1848381"/>
                <a:gd name="connsiteX23" fmla="*/ 959785 w 1539414"/>
                <a:gd name="connsiteY23" fmla="*/ 1151851 h 1848381"/>
                <a:gd name="connsiteX24" fmla="*/ 940149 w 1539414"/>
                <a:gd name="connsiteY24" fmla="*/ 1174549 h 1848381"/>
                <a:gd name="connsiteX25" fmla="*/ 915435 w 1539414"/>
                <a:gd name="connsiteY25" fmla="*/ 1195215 h 1848381"/>
                <a:gd name="connsiteX26" fmla="*/ 887674 w 1539414"/>
                <a:gd name="connsiteY26" fmla="*/ 1214187 h 1848381"/>
                <a:gd name="connsiteX27" fmla="*/ 857882 w 1539414"/>
                <a:gd name="connsiteY27" fmla="*/ 1230109 h 1848381"/>
                <a:gd name="connsiteX28" fmla="*/ 826736 w 1539414"/>
                <a:gd name="connsiteY28" fmla="*/ 1242305 h 1848381"/>
                <a:gd name="connsiteX29" fmla="*/ 796266 w 1539414"/>
                <a:gd name="connsiteY29" fmla="*/ 1251452 h 1848381"/>
                <a:gd name="connsiteX30" fmla="*/ 781032 w 1539414"/>
                <a:gd name="connsiteY30" fmla="*/ 1254163 h 1848381"/>
                <a:gd name="connsiteX31" fmla="*/ 739052 w 1539414"/>
                <a:gd name="connsiteY31" fmla="*/ 1260938 h 1848381"/>
                <a:gd name="connsiteX32" fmla="*/ 756995 w 1539414"/>
                <a:gd name="connsiteY32" fmla="*/ 1299559 h 1848381"/>
                <a:gd name="connsiteX33" fmla="*/ 762411 w 1539414"/>
                <a:gd name="connsiteY33" fmla="*/ 1311416 h 1848381"/>
                <a:gd name="connsiteX34" fmla="*/ 770537 w 1539414"/>
                <a:gd name="connsiteY34" fmla="*/ 1335131 h 1848381"/>
                <a:gd name="connsiteX35" fmla="*/ 776292 w 1539414"/>
                <a:gd name="connsiteY35" fmla="*/ 1357829 h 1848381"/>
                <a:gd name="connsiteX36" fmla="*/ 779000 w 1539414"/>
                <a:gd name="connsiteY36" fmla="*/ 1379850 h 1848381"/>
                <a:gd name="connsiteX37" fmla="*/ 778662 w 1539414"/>
                <a:gd name="connsiteY37" fmla="*/ 1401193 h 1848381"/>
                <a:gd name="connsiteX38" fmla="*/ 775615 w 1539414"/>
                <a:gd name="connsiteY38" fmla="*/ 1421520 h 1848381"/>
                <a:gd name="connsiteX39" fmla="*/ 769859 w 1539414"/>
                <a:gd name="connsiteY39" fmla="*/ 1441169 h 1848381"/>
                <a:gd name="connsiteX40" fmla="*/ 760719 w 1539414"/>
                <a:gd name="connsiteY40" fmla="*/ 1459802 h 1848381"/>
                <a:gd name="connsiteX41" fmla="*/ 755302 w 1539414"/>
                <a:gd name="connsiteY41" fmla="*/ 1468949 h 1848381"/>
                <a:gd name="connsiteX42" fmla="*/ 747854 w 1539414"/>
                <a:gd name="connsiteY42" fmla="*/ 1479112 h 1848381"/>
                <a:gd name="connsiteX43" fmla="*/ 730588 w 1539414"/>
                <a:gd name="connsiteY43" fmla="*/ 1497745 h 1848381"/>
                <a:gd name="connsiteX44" fmla="*/ 710275 w 1539414"/>
                <a:gd name="connsiteY44" fmla="*/ 1514007 h 1848381"/>
                <a:gd name="connsiteX45" fmla="*/ 686577 w 1539414"/>
                <a:gd name="connsiteY45" fmla="*/ 1528574 h 1848381"/>
                <a:gd name="connsiteX46" fmla="*/ 660170 w 1539414"/>
                <a:gd name="connsiteY46" fmla="*/ 1540431 h 1848381"/>
                <a:gd name="connsiteX47" fmla="*/ 631055 w 1539414"/>
                <a:gd name="connsiteY47" fmla="*/ 1550256 h 1848381"/>
                <a:gd name="connsiteX48" fmla="*/ 600247 w 1539414"/>
                <a:gd name="connsiteY48" fmla="*/ 1557032 h 1848381"/>
                <a:gd name="connsiteX49" fmla="*/ 568085 w 1539414"/>
                <a:gd name="connsiteY49" fmla="*/ 1561436 h 1848381"/>
                <a:gd name="connsiteX50" fmla="*/ 550819 w 1539414"/>
                <a:gd name="connsiteY50" fmla="*/ 1562452 h 1848381"/>
                <a:gd name="connsiteX51" fmla="*/ 548787 w 1539414"/>
                <a:gd name="connsiteY51" fmla="*/ 1550595 h 1848381"/>
                <a:gd name="connsiteX52" fmla="*/ 542355 w 1539414"/>
                <a:gd name="connsiteY52" fmla="*/ 1526542 h 1848381"/>
                <a:gd name="connsiteX53" fmla="*/ 533553 w 1539414"/>
                <a:gd name="connsiteY53" fmla="*/ 1502149 h 1848381"/>
                <a:gd name="connsiteX54" fmla="*/ 522719 w 1539414"/>
                <a:gd name="connsiteY54" fmla="*/ 1478096 h 1848381"/>
                <a:gd name="connsiteX55" fmla="*/ 516287 w 1539414"/>
                <a:gd name="connsiteY55" fmla="*/ 1466239 h 1848381"/>
                <a:gd name="connsiteX56" fmla="*/ 507484 w 1539414"/>
                <a:gd name="connsiteY56" fmla="*/ 1451332 h 1848381"/>
                <a:gd name="connsiteX57" fmla="*/ 487510 w 1539414"/>
                <a:gd name="connsiteY57" fmla="*/ 1423553 h 1848381"/>
                <a:gd name="connsiteX58" fmla="*/ 465166 w 1539414"/>
                <a:gd name="connsiteY58" fmla="*/ 1398822 h 1848381"/>
                <a:gd name="connsiteX59" fmla="*/ 440790 w 1539414"/>
                <a:gd name="connsiteY59" fmla="*/ 1375785 h 1848381"/>
                <a:gd name="connsiteX60" fmla="*/ 414045 w 1539414"/>
                <a:gd name="connsiteY60" fmla="*/ 1356135 h 1848381"/>
                <a:gd name="connsiteX61" fmla="*/ 385268 w 1539414"/>
                <a:gd name="connsiteY61" fmla="*/ 1339535 h 1848381"/>
                <a:gd name="connsiteX62" fmla="*/ 356153 w 1539414"/>
                <a:gd name="connsiteY62" fmla="*/ 1325306 h 1848381"/>
                <a:gd name="connsiteX63" fmla="*/ 325007 w 1539414"/>
                <a:gd name="connsiteY63" fmla="*/ 1315143 h 1848381"/>
                <a:gd name="connsiteX64" fmla="*/ 309095 w 1539414"/>
                <a:gd name="connsiteY64" fmla="*/ 1311755 h 1848381"/>
                <a:gd name="connsiteX65" fmla="*/ 289459 w 1539414"/>
                <a:gd name="connsiteY65" fmla="*/ 1307690 h 1848381"/>
                <a:gd name="connsiteX66" fmla="*/ 249849 w 1539414"/>
                <a:gd name="connsiteY66" fmla="*/ 1304302 h 1848381"/>
                <a:gd name="connsiteX67" fmla="*/ 210916 w 1539414"/>
                <a:gd name="connsiteY67" fmla="*/ 1303963 h 1848381"/>
                <a:gd name="connsiteX68" fmla="*/ 172999 w 1539414"/>
                <a:gd name="connsiteY68" fmla="*/ 1307012 h 1848381"/>
                <a:gd name="connsiteX69" fmla="*/ 135758 w 1539414"/>
                <a:gd name="connsiteY69" fmla="*/ 1312433 h 1848381"/>
                <a:gd name="connsiteX70" fmla="*/ 100549 w 1539414"/>
                <a:gd name="connsiteY70" fmla="*/ 1320563 h 1848381"/>
                <a:gd name="connsiteX71" fmla="*/ 50443 w 1539414"/>
                <a:gd name="connsiteY71" fmla="*/ 1335470 h 1848381"/>
                <a:gd name="connsiteX72" fmla="*/ 21328 w 1539414"/>
                <a:gd name="connsiteY72" fmla="*/ 1346988 h 1848381"/>
                <a:gd name="connsiteX73" fmla="*/ 14557 w 1539414"/>
                <a:gd name="connsiteY73" fmla="*/ 1326323 h 1848381"/>
                <a:gd name="connsiteX74" fmla="*/ 4401 w 1539414"/>
                <a:gd name="connsiteY74" fmla="*/ 1278216 h 1848381"/>
                <a:gd name="connsiteX75" fmla="*/ 0 w 1539414"/>
                <a:gd name="connsiteY75" fmla="*/ 1226044 h 1848381"/>
                <a:gd name="connsiteX76" fmla="*/ 2370 w 1539414"/>
                <a:gd name="connsiteY76" fmla="*/ 1172178 h 1848381"/>
                <a:gd name="connsiteX77" fmla="*/ 8802 w 1539414"/>
                <a:gd name="connsiteY77" fmla="*/ 1132202 h 1848381"/>
                <a:gd name="connsiteX78" fmla="*/ 15573 w 1539414"/>
                <a:gd name="connsiteY78" fmla="*/ 1106794 h 1848381"/>
                <a:gd name="connsiteX79" fmla="*/ 24714 w 1539414"/>
                <a:gd name="connsiteY79" fmla="*/ 1082401 h 1848381"/>
                <a:gd name="connsiteX80" fmla="*/ 36224 w 1539414"/>
                <a:gd name="connsiteY80" fmla="*/ 1059703 h 1848381"/>
                <a:gd name="connsiteX81" fmla="*/ 50105 w 1539414"/>
                <a:gd name="connsiteY81" fmla="*/ 1039038 h 1848381"/>
                <a:gd name="connsiteX82" fmla="*/ 66694 w 1539414"/>
                <a:gd name="connsiteY82" fmla="*/ 1020743 h 1848381"/>
                <a:gd name="connsiteX83" fmla="*/ 86668 w 1539414"/>
                <a:gd name="connsiteY83" fmla="*/ 1005160 h 1848381"/>
                <a:gd name="connsiteX84" fmla="*/ 109012 w 1539414"/>
                <a:gd name="connsiteY84" fmla="*/ 992625 h 1848381"/>
                <a:gd name="connsiteX85" fmla="*/ 121201 w 1539414"/>
                <a:gd name="connsiteY85" fmla="*/ 988221 h 1848381"/>
                <a:gd name="connsiteX86" fmla="*/ 137112 w 1539414"/>
                <a:gd name="connsiteY86" fmla="*/ 989915 h 1848381"/>
                <a:gd name="connsiteX87" fmla="*/ 168936 w 1539414"/>
                <a:gd name="connsiteY87" fmla="*/ 991947 h 1848381"/>
                <a:gd name="connsiteX88" fmla="*/ 185186 w 1539414"/>
                <a:gd name="connsiteY88" fmla="*/ 992625 h 1848381"/>
                <a:gd name="connsiteX89" fmla="*/ 212947 w 1539414"/>
                <a:gd name="connsiteY89" fmla="*/ 991947 h 1848381"/>
                <a:gd name="connsiteX90" fmla="*/ 269146 w 1539414"/>
                <a:gd name="connsiteY90" fmla="*/ 984494 h 1848381"/>
                <a:gd name="connsiteX91" fmla="*/ 297246 w 1539414"/>
                <a:gd name="connsiteY91" fmla="*/ 978057 h 1848381"/>
                <a:gd name="connsiteX92" fmla="*/ 321621 w 1539414"/>
                <a:gd name="connsiteY92" fmla="*/ 970943 h 1848381"/>
                <a:gd name="connsiteX93" fmla="*/ 366648 w 1539414"/>
                <a:gd name="connsiteY93" fmla="*/ 951294 h 1848381"/>
                <a:gd name="connsiteX94" fmla="*/ 405920 w 1539414"/>
                <a:gd name="connsiteY94" fmla="*/ 926563 h 1848381"/>
                <a:gd name="connsiteX95" fmla="*/ 441129 w 1539414"/>
                <a:gd name="connsiteY95" fmla="*/ 898444 h 1848381"/>
                <a:gd name="connsiteX96" fmla="*/ 471260 w 1539414"/>
                <a:gd name="connsiteY96" fmla="*/ 868970 h 1848381"/>
                <a:gd name="connsiteX97" fmla="*/ 496989 w 1539414"/>
                <a:gd name="connsiteY97" fmla="*/ 838819 h 1848381"/>
                <a:gd name="connsiteX98" fmla="*/ 527120 w 1539414"/>
                <a:gd name="connsiteY98" fmla="*/ 796810 h 1848381"/>
                <a:gd name="connsiteX99" fmla="*/ 1241288 w 1539414"/>
                <a:gd name="connsiteY99" fmla="*/ 0 h 1848381"/>
                <a:gd name="connsiteX100" fmla="*/ 1258566 w 1539414"/>
                <a:gd name="connsiteY100" fmla="*/ 0 h 1848381"/>
                <a:gd name="connsiteX101" fmla="*/ 1276182 w 1539414"/>
                <a:gd name="connsiteY101" fmla="*/ 0 h 1848381"/>
                <a:gd name="connsiteX102" fmla="*/ 1309722 w 1539414"/>
                <a:gd name="connsiteY102" fmla="*/ 3387 h 1848381"/>
                <a:gd name="connsiteX103" fmla="*/ 1340212 w 1539414"/>
                <a:gd name="connsiteY103" fmla="*/ 10498 h 1848381"/>
                <a:gd name="connsiteX104" fmla="*/ 1369008 w 1539414"/>
                <a:gd name="connsiteY104" fmla="*/ 20658 h 1848381"/>
                <a:gd name="connsiteX105" fmla="*/ 1395094 w 1539414"/>
                <a:gd name="connsiteY105" fmla="*/ 33866 h 1848381"/>
                <a:gd name="connsiteX106" fmla="*/ 1419486 w 1539414"/>
                <a:gd name="connsiteY106" fmla="*/ 50121 h 1848381"/>
                <a:gd name="connsiteX107" fmla="*/ 1441507 w 1539414"/>
                <a:gd name="connsiteY107" fmla="*/ 68747 h 1848381"/>
                <a:gd name="connsiteX108" fmla="*/ 1460817 w 1539414"/>
                <a:gd name="connsiteY108" fmla="*/ 89744 h 1848381"/>
                <a:gd name="connsiteX109" fmla="*/ 1478095 w 1539414"/>
                <a:gd name="connsiteY109" fmla="*/ 114127 h 1848381"/>
                <a:gd name="connsiteX110" fmla="*/ 1493679 w 1539414"/>
                <a:gd name="connsiteY110" fmla="*/ 139865 h 1848381"/>
                <a:gd name="connsiteX111" fmla="*/ 1506891 w 1539414"/>
                <a:gd name="connsiteY111" fmla="*/ 167973 h 1848381"/>
                <a:gd name="connsiteX112" fmla="*/ 1517732 w 1539414"/>
                <a:gd name="connsiteY112" fmla="*/ 197775 h 1848381"/>
                <a:gd name="connsiteX113" fmla="*/ 1526202 w 1539414"/>
                <a:gd name="connsiteY113" fmla="*/ 229947 h 1848381"/>
                <a:gd name="connsiteX114" fmla="*/ 1532639 w 1539414"/>
                <a:gd name="connsiteY114" fmla="*/ 263135 h 1848381"/>
                <a:gd name="connsiteX115" fmla="*/ 1537043 w 1539414"/>
                <a:gd name="connsiteY115" fmla="*/ 298356 h 1848381"/>
                <a:gd name="connsiteX116" fmla="*/ 1539414 w 1539414"/>
                <a:gd name="connsiteY116" fmla="*/ 334253 h 1848381"/>
                <a:gd name="connsiteX117" fmla="*/ 1539414 w 1539414"/>
                <a:gd name="connsiteY117" fmla="*/ 353218 h 1848381"/>
                <a:gd name="connsiteX118" fmla="*/ 1539414 w 1539414"/>
                <a:gd name="connsiteY118" fmla="*/ 1658734 h 1848381"/>
                <a:gd name="connsiteX119" fmla="*/ 1517394 w 1539414"/>
                <a:gd name="connsiteY119" fmla="*/ 1648236 h 1848381"/>
                <a:gd name="connsiteX120" fmla="*/ 1473013 w 1539414"/>
                <a:gd name="connsiteY120" fmla="*/ 1630964 h 1848381"/>
                <a:gd name="connsiteX121" fmla="*/ 1428294 w 1539414"/>
                <a:gd name="connsiteY121" fmla="*/ 1618773 h 1848381"/>
                <a:gd name="connsiteX122" fmla="*/ 1383237 w 1539414"/>
                <a:gd name="connsiteY122" fmla="*/ 1611661 h 1848381"/>
                <a:gd name="connsiteX123" fmla="*/ 1338179 w 1539414"/>
                <a:gd name="connsiteY123" fmla="*/ 1608952 h 1848381"/>
                <a:gd name="connsiteX124" fmla="*/ 1293799 w 1539414"/>
                <a:gd name="connsiteY124" fmla="*/ 1611661 h 1848381"/>
                <a:gd name="connsiteX125" fmla="*/ 1249758 w 1539414"/>
                <a:gd name="connsiteY125" fmla="*/ 1619450 h 1848381"/>
                <a:gd name="connsiteX126" fmla="*/ 1206733 w 1539414"/>
                <a:gd name="connsiteY126" fmla="*/ 1632319 h 1848381"/>
                <a:gd name="connsiteX127" fmla="*/ 1185728 w 1539414"/>
                <a:gd name="connsiteY127" fmla="*/ 1640785 h 1848381"/>
                <a:gd name="connsiteX128" fmla="*/ 1168112 w 1539414"/>
                <a:gd name="connsiteY128" fmla="*/ 1648575 h 1848381"/>
                <a:gd name="connsiteX129" fmla="*/ 1134911 w 1539414"/>
                <a:gd name="connsiteY129" fmla="*/ 1666523 h 1848381"/>
                <a:gd name="connsiteX130" fmla="*/ 1103405 w 1539414"/>
                <a:gd name="connsiteY130" fmla="*/ 1688197 h 1848381"/>
                <a:gd name="connsiteX131" fmla="*/ 1074609 w 1539414"/>
                <a:gd name="connsiteY131" fmla="*/ 1712242 h 1848381"/>
                <a:gd name="connsiteX132" fmla="*/ 1048523 w 1539414"/>
                <a:gd name="connsiteY132" fmla="*/ 1738657 h 1848381"/>
                <a:gd name="connsiteX133" fmla="*/ 1025147 w 1539414"/>
                <a:gd name="connsiteY133" fmla="*/ 1767443 h 1848381"/>
                <a:gd name="connsiteX134" fmla="*/ 1004820 w 1539414"/>
                <a:gd name="connsiteY134" fmla="*/ 1798260 h 1848381"/>
                <a:gd name="connsiteX135" fmla="*/ 987881 w 1539414"/>
                <a:gd name="connsiteY135" fmla="*/ 1831110 h 1848381"/>
                <a:gd name="connsiteX136" fmla="*/ 980767 w 1539414"/>
                <a:gd name="connsiteY136" fmla="*/ 1848381 h 1848381"/>
                <a:gd name="connsiteX137" fmla="*/ 974330 w 1539414"/>
                <a:gd name="connsiteY137" fmla="*/ 1832126 h 1848381"/>
                <a:gd name="connsiteX138" fmla="*/ 959762 w 1539414"/>
                <a:gd name="connsiteY138" fmla="*/ 1801647 h 1848381"/>
                <a:gd name="connsiteX139" fmla="*/ 944178 w 1539414"/>
                <a:gd name="connsiteY139" fmla="*/ 1774216 h 1848381"/>
                <a:gd name="connsiteX140" fmla="*/ 927240 w 1539414"/>
                <a:gd name="connsiteY140" fmla="*/ 1749494 h 1848381"/>
                <a:gd name="connsiteX141" fmla="*/ 909284 w 1539414"/>
                <a:gd name="connsiteY141" fmla="*/ 1727143 h 1848381"/>
                <a:gd name="connsiteX142" fmla="*/ 890313 w 1539414"/>
                <a:gd name="connsiteY142" fmla="*/ 1706823 h 1848381"/>
                <a:gd name="connsiteX143" fmla="*/ 869986 w 1539414"/>
                <a:gd name="connsiteY143" fmla="*/ 1688875 h 1848381"/>
                <a:gd name="connsiteX144" fmla="*/ 849320 w 1539414"/>
                <a:gd name="connsiteY144" fmla="*/ 1673635 h 1848381"/>
                <a:gd name="connsiteX145" fmla="*/ 816797 w 1539414"/>
                <a:gd name="connsiteY145" fmla="*/ 1653316 h 1848381"/>
                <a:gd name="connsiteX146" fmla="*/ 772756 w 1539414"/>
                <a:gd name="connsiteY146" fmla="*/ 1633335 h 1848381"/>
                <a:gd name="connsiteX147" fmla="*/ 727021 w 1539414"/>
                <a:gd name="connsiteY147" fmla="*/ 1619450 h 1848381"/>
                <a:gd name="connsiteX148" fmla="*/ 682302 w 1539414"/>
                <a:gd name="connsiteY148" fmla="*/ 1611322 h 1848381"/>
                <a:gd name="connsiteX149" fmla="*/ 660281 w 1539414"/>
                <a:gd name="connsiteY149" fmla="*/ 1608952 h 1848381"/>
                <a:gd name="connsiteX150" fmla="*/ 683996 w 1539414"/>
                <a:gd name="connsiteY150" fmla="*/ 1601163 h 1848381"/>
                <a:gd name="connsiteX151" fmla="*/ 727021 w 1539414"/>
                <a:gd name="connsiteY151" fmla="*/ 1580166 h 1848381"/>
                <a:gd name="connsiteX152" fmla="*/ 764625 w 1539414"/>
                <a:gd name="connsiteY152" fmla="*/ 1553751 h 1848381"/>
                <a:gd name="connsiteX153" fmla="*/ 789017 w 1539414"/>
                <a:gd name="connsiteY153" fmla="*/ 1530384 h 1848381"/>
                <a:gd name="connsiteX154" fmla="*/ 802569 w 1539414"/>
                <a:gd name="connsiteY154" fmla="*/ 1513451 h 1848381"/>
                <a:gd name="connsiteX155" fmla="*/ 809005 w 1539414"/>
                <a:gd name="connsiteY155" fmla="*/ 1504646 h 1848381"/>
                <a:gd name="connsiteX156" fmla="*/ 819169 w 1539414"/>
                <a:gd name="connsiteY156" fmla="*/ 1488052 h 1848381"/>
                <a:gd name="connsiteX157" fmla="*/ 833736 w 1539414"/>
                <a:gd name="connsiteY157" fmla="*/ 1453170 h 1848381"/>
                <a:gd name="connsiteX158" fmla="*/ 841867 w 1539414"/>
                <a:gd name="connsiteY158" fmla="*/ 1415918 h 1848381"/>
                <a:gd name="connsiteX159" fmla="*/ 843222 w 1539414"/>
                <a:gd name="connsiteY159" fmla="*/ 1377312 h 1848381"/>
                <a:gd name="connsiteX160" fmla="*/ 841190 w 1539414"/>
                <a:gd name="connsiteY160" fmla="*/ 1357670 h 1848381"/>
                <a:gd name="connsiteX161" fmla="*/ 860500 w 1539414"/>
                <a:gd name="connsiteY161" fmla="*/ 1369861 h 1848381"/>
                <a:gd name="connsiteX162" fmla="*/ 899121 w 1539414"/>
                <a:gd name="connsiteY162" fmla="*/ 1392212 h 1848381"/>
                <a:gd name="connsiteX163" fmla="*/ 936387 w 1539414"/>
                <a:gd name="connsiteY163" fmla="*/ 1411177 h 1848381"/>
                <a:gd name="connsiteX164" fmla="*/ 972975 w 1539414"/>
                <a:gd name="connsiteY164" fmla="*/ 1426755 h 1848381"/>
                <a:gd name="connsiteX165" fmla="*/ 1008547 w 1539414"/>
                <a:gd name="connsiteY165" fmla="*/ 1439624 h 1848381"/>
                <a:gd name="connsiteX166" fmla="*/ 1043102 w 1539414"/>
                <a:gd name="connsiteY166" fmla="*/ 1449445 h 1848381"/>
                <a:gd name="connsiteX167" fmla="*/ 1076980 w 1539414"/>
                <a:gd name="connsiteY167" fmla="*/ 1455880 h 1848381"/>
                <a:gd name="connsiteX168" fmla="*/ 1109503 w 1539414"/>
                <a:gd name="connsiteY168" fmla="*/ 1458928 h 1848381"/>
                <a:gd name="connsiteX169" fmla="*/ 1125764 w 1539414"/>
                <a:gd name="connsiteY169" fmla="*/ 1458928 h 1848381"/>
                <a:gd name="connsiteX170" fmla="*/ 1149818 w 1539414"/>
                <a:gd name="connsiteY170" fmla="*/ 1458589 h 1848381"/>
                <a:gd name="connsiteX171" fmla="*/ 1196230 w 1539414"/>
                <a:gd name="connsiteY171" fmla="*/ 1451138 h 1848381"/>
                <a:gd name="connsiteX172" fmla="*/ 1218251 w 1539414"/>
                <a:gd name="connsiteY172" fmla="*/ 1444027 h 1848381"/>
                <a:gd name="connsiteX173" fmla="*/ 1231802 w 1539414"/>
                <a:gd name="connsiteY173" fmla="*/ 1439286 h 1848381"/>
                <a:gd name="connsiteX174" fmla="*/ 1257550 w 1539414"/>
                <a:gd name="connsiteY174" fmla="*/ 1427433 h 1848381"/>
                <a:gd name="connsiteX175" fmla="*/ 1280248 w 1539414"/>
                <a:gd name="connsiteY175" fmla="*/ 1413886 h 1848381"/>
                <a:gd name="connsiteX176" fmla="*/ 1301252 w 1539414"/>
                <a:gd name="connsiteY176" fmla="*/ 1398986 h 1848381"/>
                <a:gd name="connsiteX177" fmla="*/ 1329032 w 1539414"/>
                <a:gd name="connsiteY177" fmla="*/ 1373925 h 1848381"/>
                <a:gd name="connsiteX178" fmla="*/ 1358845 w 1539414"/>
                <a:gd name="connsiteY178" fmla="*/ 1338705 h 1848381"/>
                <a:gd name="connsiteX179" fmla="*/ 1381543 w 1539414"/>
                <a:gd name="connsiteY179" fmla="*/ 1304501 h 1848381"/>
                <a:gd name="connsiteX180" fmla="*/ 1397804 w 1539414"/>
                <a:gd name="connsiteY180" fmla="*/ 1273344 h 1848381"/>
                <a:gd name="connsiteX181" fmla="*/ 1412372 w 1539414"/>
                <a:gd name="connsiteY181" fmla="*/ 1238463 h 1848381"/>
                <a:gd name="connsiteX182" fmla="*/ 1414743 w 1539414"/>
                <a:gd name="connsiteY182" fmla="*/ 1231012 h 1848381"/>
                <a:gd name="connsiteX183" fmla="*/ 1352747 w 1539414"/>
                <a:gd name="connsiteY183" fmla="*/ 1213064 h 1848381"/>
                <a:gd name="connsiteX184" fmla="*/ 1351392 w 1539414"/>
                <a:gd name="connsiteY184" fmla="*/ 1217466 h 1848381"/>
                <a:gd name="connsiteX185" fmla="*/ 1339873 w 1539414"/>
                <a:gd name="connsiteY185" fmla="*/ 1245236 h 1848381"/>
                <a:gd name="connsiteX186" fmla="*/ 1326661 w 1539414"/>
                <a:gd name="connsiteY186" fmla="*/ 1270296 h 1848381"/>
                <a:gd name="connsiteX187" fmla="*/ 1308367 w 1539414"/>
                <a:gd name="connsiteY187" fmla="*/ 1298405 h 1848381"/>
                <a:gd name="connsiteX188" fmla="*/ 1284652 w 1539414"/>
                <a:gd name="connsiteY188" fmla="*/ 1326852 h 1848381"/>
                <a:gd name="connsiteX189" fmla="*/ 1254162 w 1539414"/>
                <a:gd name="connsiteY189" fmla="*/ 1353606 h 1848381"/>
                <a:gd name="connsiteX190" fmla="*/ 1227398 w 1539414"/>
                <a:gd name="connsiteY190" fmla="*/ 1370200 h 1848381"/>
                <a:gd name="connsiteX191" fmla="*/ 1207749 w 1539414"/>
                <a:gd name="connsiteY191" fmla="*/ 1379344 h 1848381"/>
                <a:gd name="connsiteX192" fmla="*/ 1197247 w 1539414"/>
                <a:gd name="connsiteY192" fmla="*/ 1383407 h 1848381"/>
                <a:gd name="connsiteX193" fmla="*/ 1180647 w 1539414"/>
                <a:gd name="connsiteY193" fmla="*/ 1388826 h 1848381"/>
                <a:gd name="connsiteX194" fmla="*/ 1145075 w 1539414"/>
                <a:gd name="connsiteY194" fmla="*/ 1394583 h 1848381"/>
                <a:gd name="connsiteX195" fmla="*/ 1107809 w 1539414"/>
                <a:gd name="connsiteY195" fmla="*/ 1394583 h 1848381"/>
                <a:gd name="connsiteX196" fmla="*/ 1068172 w 1539414"/>
                <a:gd name="connsiteY196" fmla="*/ 1389165 h 1848381"/>
                <a:gd name="connsiteX197" fmla="*/ 1026502 w 1539414"/>
                <a:gd name="connsiteY197" fmla="*/ 1378328 h 1848381"/>
                <a:gd name="connsiteX198" fmla="*/ 982799 w 1539414"/>
                <a:gd name="connsiteY198" fmla="*/ 1362072 h 1848381"/>
                <a:gd name="connsiteX199" fmla="*/ 937742 w 1539414"/>
                <a:gd name="connsiteY199" fmla="*/ 1340059 h 1848381"/>
                <a:gd name="connsiteX200" fmla="*/ 890313 w 1539414"/>
                <a:gd name="connsiteY200" fmla="*/ 1312628 h 1848381"/>
                <a:gd name="connsiteX201" fmla="*/ 865582 w 1539414"/>
                <a:gd name="connsiteY201" fmla="*/ 1296712 h 1848381"/>
                <a:gd name="connsiteX202" fmla="*/ 880488 w 1539414"/>
                <a:gd name="connsiteY202" fmla="*/ 1290277 h 1848381"/>
                <a:gd name="connsiteX203" fmla="*/ 909284 w 1539414"/>
                <a:gd name="connsiteY203" fmla="*/ 1276392 h 1848381"/>
                <a:gd name="connsiteX204" fmla="*/ 936725 w 1539414"/>
                <a:gd name="connsiteY204" fmla="*/ 1259121 h 1848381"/>
                <a:gd name="connsiteX205" fmla="*/ 962811 w 1539414"/>
                <a:gd name="connsiteY205" fmla="*/ 1240495 h 1848381"/>
                <a:gd name="connsiteX206" fmla="*/ 985848 w 1539414"/>
                <a:gd name="connsiteY206" fmla="*/ 1219160 h 1848381"/>
                <a:gd name="connsiteX207" fmla="*/ 1006514 w 1539414"/>
                <a:gd name="connsiteY207" fmla="*/ 1196470 h 1848381"/>
                <a:gd name="connsiteX208" fmla="*/ 1023453 w 1539414"/>
                <a:gd name="connsiteY208" fmla="*/ 1172425 h 1848381"/>
                <a:gd name="connsiteX209" fmla="*/ 1035988 w 1539414"/>
                <a:gd name="connsiteY209" fmla="*/ 1146349 h 1848381"/>
                <a:gd name="connsiteX210" fmla="*/ 1040053 w 1539414"/>
                <a:gd name="connsiteY210" fmla="*/ 1132802 h 1848381"/>
                <a:gd name="connsiteX211" fmla="*/ 1047506 w 1539414"/>
                <a:gd name="connsiteY211" fmla="*/ 1104694 h 1848381"/>
                <a:gd name="connsiteX212" fmla="*/ 1055298 w 1539414"/>
                <a:gd name="connsiteY212" fmla="*/ 1050848 h 1848381"/>
                <a:gd name="connsiteX213" fmla="*/ 1055298 w 1539414"/>
                <a:gd name="connsiteY213" fmla="*/ 999033 h 1848381"/>
                <a:gd name="connsiteX214" fmla="*/ 1048861 w 1539414"/>
                <a:gd name="connsiteY214" fmla="*/ 950267 h 1848381"/>
                <a:gd name="connsiteX215" fmla="*/ 1037004 w 1539414"/>
                <a:gd name="connsiteY215" fmla="*/ 904549 h 1848381"/>
                <a:gd name="connsiteX216" fmla="*/ 1021420 w 1539414"/>
                <a:gd name="connsiteY216" fmla="*/ 861539 h 1848381"/>
                <a:gd name="connsiteX217" fmla="*/ 1002787 w 1539414"/>
                <a:gd name="connsiteY217" fmla="*/ 821578 h 1848381"/>
                <a:gd name="connsiteX218" fmla="*/ 982461 w 1539414"/>
                <a:gd name="connsiteY218" fmla="*/ 785342 h 1848381"/>
                <a:gd name="connsiteX219" fmla="*/ 971958 w 1539414"/>
                <a:gd name="connsiteY219" fmla="*/ 768409 h 1848381"/>
                <a:gd name="connsiteX220" fmla="*/ 984832 w 1539414"/>
                <a:gd name="connsiteY220" fmla="*/ 758927 h 1848381"/>
                <a:gd name="connsiteX221" fmla="*/ 1007869 w 1539414"/>
                <a:gd name="connsiteY221" fmla="*/ 738608 h 1848381"/>
                <a:gd name="connsiteX222" fmla="*/ 1039037 w 1539414"/>
                <a:gd name="connsiteY222" fmla="*/ 707113 h 1848381"/>
                <a:gd name="connsiteX223" fmla="*/ 1073254 w 1539414"/>
                <a:gd name="connsiteY223" fmla="*/ 664781 h 1848381"/>
                <a:gd name="connsiteX224" fmla="*/ 1099340 w 1539414"/>
                <a:gd name="connsiteY224" fmla="*/ 626851 h 1848381"/>
                <a:gd name="connsiteX225" fmla="*/ 1108487 w 1539414"/>
                <a:gd name="connsiteY225" fmla="*/ 610596 h 1848381"/>
                <a:gd name="connsiteX226" fmla="*/ 1123732 w 1539414"/>
                <a:gd name="connsiteY226" fmla="*/ 624819 h 1848381"/>
                <a:gd name="connsiteX227" fmla="*/ 1157610 w 1539414"/>
                <a:gd name="connsiteY227" fmla="*/ 649202 h 1848381"/>
                <a:gd name="connsiteX228" fmla="*/ 1176242 w 1539414"/>
                <a:gd name="connsiteY228" fmla="*/ 658685 h 1848381"/>
                <a:gd name="connsiteX229" fmla="*/ 1190471 w 1539414"/>
                <a:gd name="connsiteY229" fmla="*/ 664781 h 1848381"/>
                <a:gd name="connsiteX230" fmla="*/ 1219267 w 1539414"/>
                <a:gd name="connsiteY230" fmla="*/ 674602 h 1848381"/>
                <a:gd name="connsiteX231" fmla="*/ 1247725 w 1539414"/>
                <a:gd name="connsiteY231" fmla="*/ 680359 h 1848381"/>
                <a:gd name="connsiteX232" fmla="*/ 1275505 w 1539414"/>
                <a:gd name="connsiteY232" fmla="*/ 683068 h 1848381"/>
                <a:gd name="connsiteX233" fmla="*/ 1289056 w 1539414"/>
                <a:gd name="connsiteY233" fmla="*/ 683407 h 1848381"/>
                <a:gd name="connsiteX234" fmla="*/ 1302946 w 1539414"/>
                <a:gd name="connsiteY234" fmla="*/ 683068 h 1848381"/>
                <a:gd name="connsiteX235" fmla="*/ 1329371 w 1539414"/>
                <a:gd name="connsiteY235" fmla="*/ 680697 h 1848381"/>
                <a:gd name="connsiteX236" fmla="*/ 1365281 w 1539414"/>
                <a:gd name="connsiteY236" fmla="*/ 674263 h 1848381"/>
                <a:gd name="connsiteX237" fmla="*/ 1417792 w 1539414"/>
                <a:gd name="connsiteY237" fmla="*/ 658008 h 1848381"/>
                <a:gd name="connsiteX238" fmla="*/ 1427278 w 1539414"/>
                <a:gd name="connsiteY238" fmla="*/ 653605 h 1848381"/>
                <a:gd name="connsiteX239" fmla="*/ 1399498 w 1539414"/>
                <a:gd name="connsiteY239" fmla="*/ 595695 h 1848381"/>
                <a:gd name="connsiteX240" fmla="*/ 1396110 w 1539414"/>
                <a:gd name="connsiteY240" fmla="*/ 597388 h 1848381"/>
                <a:gd name="connsiteX241" fmla="*/ 1361894 w 1539414"/>
                <a:gd name="connsiteY241" fmla="*/ 608564 h 1848381"/>
                <a:gd name="connsiteX242" fmla="*/ 1320901 w 1539414"/>
                <a:gd name="connsiteY242" fmla="*/ 617030 h 1848381"/>
                <a:gd name="connsiteX243" fmla="*/ 1289395 w 1539414"/>
                <a:gd name="connsiteY243" fmla="*/ 618724 h 1848381"/>
                <a:gd name="connsiteX244" fmla="*/ 1255178 w 1539414"/>
                <a:gd name="connsiteY244" fmla="*/ 616692 h 1848381"/>
                <a:gd name="connsiteX245" fmla="*/ 1220961 w 1539414"/>
                <a:gd name="connsiteY245" fmla="*/ 607887 h 1848381"/>
                <a:gd name="connsiteX246" fmla="*/ 1203345 w 1539414"/>
                <a:gd name="connsiteY246" fmla="*/ 600436 h 1848381"/>
                <a:gd name="connsiteX247" fmla="*/ 1191826 w 1539414"/>
                <a:gd name="connsiteY247" fmla="*/ 594679 h 1848381"/>
                <a:gd name="connsiteX248" fmla="*/ 1170144 w 1539414"/>
                <a:gd name="connsiteY248" fmla="*/ 579778 h 1848381"/>
                <a:gd name="connsiteX249" fmla="*/ 1149818 w 1539414"/>
                <a:gd name="connsiteY249" fmla="*/ 561152 h 1848381"/>
                <a:gd name="connsiteX250" fmla="*/ 1131862 w 1539414"/>
                <a:gd name="connsiteY250" fmla="*/ 539478 h 1848381"/>
                <a:gd name="connsiteX251" fmla="*/ 1115262 w 1539414"/>
                <a:gd name="connsiteY251" fmla="*/ 514079 h 1848381"/>
                <a:gd name="connsiteX252" fmla="*/ 1100695 w 1539414"/>
                <a:gd name="connsiteY252" fmla="*/ 484955 h 1848381"/>
                <a:gd name="connsiteX253" fmla="*/ 1087482 w 1539414"/>
                <a:gd name="connsiteY253" fmla="*/ 452444 h 1848381"/>
                <a:gd name="connsiteX254" fmla="*/ 1076303 w 1539414"/>
                <a:gd name="connsiteY254" fmla="*/ 416885 h 1848381"/>
                <a:gd name="connsiteX255" fmla="*/ 1072237 w 1539414"/>
                <a:gd name="connsiteY255" fmla="*/ 397582 h 1848381"/>
                <a:gd name="connsiteX256" fmla="*/ 1009224 w 1539414"/>
                <a:gd name="connsiteY256" fmla="*/ 412144 h 1848381"/>
                <a:gd name="connsiteX257" fmla="*/ 1014645 w 1539414"/>
                <a:gd name="connsiteY257" fmla="*/ 433140 h 1848381"/>
                <a:gd name="connsiteX258" fmla="*/ 1026502 w 1539414"/>
                <a:gd name="connsiteY258" fmla="*/ 472086 h 1848381"/>
                <a:gd name="connsiteX259" fmla="*/ 1040392 w 1539414"/>
                <a:gd name="connsiteY259" fmla="*/ 507645 h 1848381"/>
                <a:gd name="connsiteX260" fmla="*/ 1056653 w 1539414"/>
                <a:gd name="connsiteY260" fmla="*/ 540833 h 1848381"/>
                <a:gd name="connsiteX261" fmla="*/ 1065462 w 1539414"/>
                <a:gd name="connsiteY261" fmla="*/ 555734 h 1848381"/>
                <a:gd name="connsiteX262" fmla="*/ 1056653 w 1539414"/>
                <a:gd name="connsiteY262" fmla="*/ 571989 h 1848381"/>
                <a:gd name="connsiteX263" fmla="*/ 1031584 w 1539414"/>
                <a:gd name="connsiteY263" fmla="*/ 612289 h 1848381"/>
                <a:gd name="connsiteX264" fmla="*/ 1008885 w 1539414"/>
                <a:gd name="connsiteY264" fmla="*/ 643445 h 1848381"/>
                <a:gd name="connsiteX265" fmla="*/ 980428 w 1539414"/>
                <a:gd name="connsiteY265" fmla="*/ 675279 h 1848381"/>
                <a:gd name="connsiteX266" fmla="*/ 946550 w 1539414"/>
                <a:gd name="connsiteY266" fmla="*/ 707113 h 1848381"/>
                <a:gd name="connsiteX267" fmla="*/ 907252 w 1539414"/>
                <a:gd name="connsiteY267" fmla="*/ 735221 h 1848381"/>
                <a:gd name="connsiteX268" fmla="*/ 874390 w 1539414"/>
                <a:gd name="connsiteY268" fmla="*/ 752831 h 1848381"/>
                <a:gd name="connsiteX269" fmla="*/ 851353 w 1539414"/>
                <a:gd name="connsiteY269" fmla="*/ 761975 h 1848381"/>
                <a:gd name="connsiteX270" fmla="*/ 838818 w 1539414"/>
                <a:gd name="connsiteY270" fmla="*/ 765700 h 1848381"/>
                <a:gd name="connsiteX271" fmla="*/ 822218 w 1539414"/>
                <a:gd name="connsiteY271" fmla="*/ 770102 h 1848381"/>
                <a:gd name="connsiteX272" fmla="*/ 788001 w 1539414"/>
                <a:gd name="connsiteY272" fmla="*/ 775860 h 1848381"/>
                <a:gd name="connsiteX273" fmla="*/ 752768 w 1539414"/>
                <a:gd name="connsiteY273" fmla="*/ 776876 h 1848381"/>
                <a:gd name="connsiteX274" fmla="*/ 716857 w 1539414"/>
                <a:gd name="connsiteY274" fmla="*/ 772812 h 1848381"/>
                <a:gd name="connsiteX275" fmla="*/ 680269 w 1539414"/>
                <a:gd name="connsiteY275" fmla="*/ 765023 h 1848381"/>
                <a:gd name="connsiteX276" fmla="*/ 642665 w 1539414"/>
                <a:gd name="connsiteY276" fmla="*/ 752831 h 1848381"/>
                <a:gd name="connsiteX277" fmla="*/ 604383 w 1539414"/>
                <a:gd name="connsiteY277" fmla="*/ 735560 h 1848381"/>
                <a:gd name="connsiteX278" fmla="*/ 565762 w 1539414"/>
                <a:gd name="connsiteY278" fmla="*/ 714224 h 1848381"/>
                <a:gd name="connsiteX279" fmla="*/ 546113 w 1539414"/>
                <a:gd name="connsiteY279" fmla="*/ 701694 h 1848381"/>
                <a:gd name="connsiteX280" fmla="*/ 513928 w 1539414"/>
                <a:gd name="connsiteY280" fmla="*/ 681036 h 1848381"/>
                <a:gd name="connsiteX281" fmla="*/ 499022 w 1539414"/>
                <a:gd name="connsiteY281" fmla="*/ 715240 h 1848381"/>
                <a:gd name="connsiteX282" fmla="*/ 496312 w 1539414"/>
                <a:gd name="connsiteY282" fmla="*/ 720997 h 1848381"/>
                <a:gd name="connsiteX283" fmla="*/ 477679 w 1539414"/>
                <a:gd name="connsiteY283" fmla="*/ 754863 h 1848381"/>
                <a:gd name="connsiteX284" fmla="*/ 457013 w 1539414"/>
                <a:gd name="connsiteY284" fmla="*/ 785342 h 1848381"/>
                <a:gd name="connsiteX285" fmla="*/ 429572 w 1539414"/>
                <a:gd name="connsiteY285" fmla="*/ 818869 h 1848381"/>
                <a:gd name="connsiteX286" fmla="*/ 395694 w 1539414"/>
                <a:gd name="connsiteY286" fmla="*/ 853073 h 1848381"/>
                <a:gd name="connsiteX287" fmla="*/ 365543 w 1539414"/>
                <a:gd name="connsiteY287" fmla="*/ 876440 h 1848381"/>
                <a:gd name="connsiteX288" fmla="*/ 343522 w 1539414"/>
                <a:gd name="connsiteY288" fmla="*/ 890664 h 1848381"/>
                <a:gd name="connsiteX289" fmla="*/ 319808 w 1539414"/>
                <a:gd name="connsiteY289" fmla="*/ 902517 h 1848381"/>
                <a:gd name="connsiteX290" fmla="*/ 294399 w 1539414"/>
                <a:gd name="connsiteY290" fmla="*/ 912338 h 1848381"/>
                <a:gd name="connsiteX291" fmla="*/ 280848 w 1539414"/>
                <a:gd name="connsiteY291" fmla="*/ 916063 h 1848381"/>
                <a:gd name="connsiteX292" fmla="*/ 260521 w 1539414"/>
                <a:gd name="connsiteY292" fmla="*/ 921143 h 1848381"/>
                <a:gd name="connsiteX293" fmla="*/ 220207 w 1539414"/>
                <a:gd name="connsiteY293" fmla="*/ 926900 h 1848381"/>
                <a:gd name="connsiteX294" fmla="*/ 180231 w 1539414"/>
                <a:gd name="connsiteY294" fmla="*/ 928255 h 1848381"/>
                <a:gd name="connsiteX295" fmla="*/ 140255 w 1539414"/>
                <a:gd name="connsiteY295" fmla="*/ 925545 h 1848381"/>
                <a:gd name="connsiteX296" fmla="*/ 120605 w 1539414"/>
                <a:gd name="connsiteY296" fmla="*/ 922497 h 1848381"/>
                <a:gd name="connsiteX297" fmla="*/ 119250 w 1539414"/>
                <a:gd name="connsiteY297" fmla="*/ 901839 h 1848381"/>
                <a:gd name="connsiteX298" fmla="*/ 119589 w 1539414"/>
                <a:gd name="connsiteY298" fmla="*/ 860185 h 1848381"/>
                <a:gd name="connsiteX299" fmla="*/ 124332 w 1539414"/>
                <a:gd name="connsiteY299" fmla="*/ 819546 h 1848381"/>
                <a:gd name="connsiteX300" fmla="*/ 133140 w 1539414"/>
                <a:gd name="connsiteY300" fmla="*/ 779923 h 1848381"/>
                <a:gd name="connsiteX301" fmla="*/ 146353 w 1539414"/>
                <a:gd name="connsiteY301" fmla="*/ 741317 h 1848381"/>
                <a:gd name="connsiteX302" fmla="*/ 162614 w 1539414"/>
                <a:gd name="connsiteY302" fmla="*/ 704742 h 1848381"/>
                <a:gd name="connsiteX303" fmla="*/ 182602 w 1539414"/>
                <a:gd name="connsiteY303" fmla="*/ 670199 h 1848381"/>
                <a:gd name="connsiteX304" fmla="*/ 205300 w 1539414"/>
                <a:gd name="connsiteY304" fmla="*/ 637688 h 1848381"/>
                <a:gd name="connsiteX305" fmla="*/ 230709 w 1539414"/>
                <a:gd name="connsiteY305" fmla="*/ 608225 h 1848381"/>
                <a:gd name="connsiteX306" fmla="*/ 258827 w 1539414"/>
                <a:gd name="connsiteY306" fmla="*/ 581471 h 1848381"/>
                <a:gd name="connsiteX307" fmla="*/ 288640 w 1539414"/>
                <a:gd name="connsiteY307" fmla="*/ 558104 h 1848381"/>
                <a:gd name="connsiteX308" fmla="*/ 320824 w 1539414"/>
                <a:gd name="connsiteY308" fmla="*/ 538801 h 1848381"/>
                <a:gd name="connsiteX309" fmla="*/ 354024 w 1539414"/>
                <a:gd name="connsiteY309" fmla="*/ 523223 h 1848381"/>
                <a:gd name="connsiteX310" fmla="*/ 388919 w 1539414"/>
                <a:gd name="connsiteY310" fmla="*/ 511708 h 1848381"/>
                <a:gd name="connsiteX311" fmla="*/ 424491 w 1539414"/>
                <a:gd name="connsiteY311" fmla="*/ 505274 h 1848381"/>
                <a:gd name="connsiteX312" fmla="*/ 460740 w 1539414"/>
                <a:gd name="connsiteY312" fmla="*/ 503919 h 1848381"/>
                <a:gd name="connsiteX313" fmla="*/ 479373 w 1539414"/>
                <a:gd name="connsiteY313" fmla="*/ 505274 h 1848381"/>
                <a:gd name="connsiteX314" fmla="*/ 479712 w 1539414"/>
                <a:gd name="connsiteY314" fmla="*/ 490712 h 1848381"/>
                <a:gd name="connsiteX315" fmla="*/ 484455 w 1539414"/>
                <a:gd name="connsiteY315" fmla="*/ 460233 h 1848381"/>
                <a:gd name="connsiteX316" fmla="*/ 494618 w 1539414"/>
                <a:gd name="connsiteY316" fmla="*/ 429754 h 1848381"/>
                <a:gd name="connsiteX317" fmla="*/ 508847 w 1539414"/>
                <a:gd name="connsiteY317" fmla="*/ 399275 h 1848381"/>
                <a:gd name="connsiteX318" fmla="*/ 527141 w 1539414"/>
                <a:gd name="connsiteY318" fmla="*/ 369134 h 1848381"/>
                <a:gd name="connsiteX319" fmla="*/ 549162 w 1539414"/>
                <a:gd name="connsiteY319" fmla="*/ 340010 h 1848381"/>
                <a:gd name="connsiteX320" fmla="*/ 574570 w 1539414"/>
                <a:gd name="connsiteY320" fmla="*/ 312579 h 1848381"/>
                <a:gd name="connsiteX321" fmla="*/ 603705 w 1539414"/>
                <a:gd name="connsiteY321" fmla="*/ 286841 h 1848381"/>
                <a:gd name="connsiteX322" fmla="*/ 635212 w 1539414"/>
                <a:gd name="connsiteY322" fmla="*/ 264151 h 1848381"/>
                <a:gd name="connsiteX323" fmla="*/ 669089 w 1539414"/>
                <a:gd name="connsiteY323" fmla="*/ 244848 h 1848381"/>
                <a:gd name="connsiteX324" fmla="*/ 705339 w 1539414"/>
                <a:gd name="connsiteY324" fmla="*/ 228931 h 1848381"/>
                <a:gd name="connsiteX325" fmla="*/ 743282 w 1539414"/>
                <a:gd name="connsiteY325" fmla="*/ 218094 h 1848381"/>
                <a:gd name="connsiteX326" fmla="*/ 782581 w 1539414"/>
                <a:gd name="connsiteY326" fmla="*/ 211321 h 1848381"/>
                <a:gd name="connsiteX327" fmla="*/ 823573 w 1539414"/>
                <a:gd name="connsiteY327" fmla="*/ 210305 h 1848381"/>
                <a:gd name="connsiteX328" fmla="*/ 865243 w 1539414"/>
                <a:gd name="connsiteY328" fmla="*/ 215385 h 1848381"/>
                <a:gd name="connsiteX329" fmla="*/ 907929 w 1539414"/>
                <a:gd name="connsiteY329" fmla="*/ 226899 h 1848381"/>
                <a:gd name="connsiteX330" fmla="*/ 928933 w 1539414"/>
                <a:gd name="connsiteY330" fmla="*/ 235027 h 1848381"/>
                <a:gd name="connsiteX331" fmla="*/ 934693 w 1539414"/>
                <a:gd name="connsiteY331" fmla="*/ 220126 h 1848381"/>
                <a:gd name="connsiteX332" fmla="*/ 952648 w 1539414"/>
                <a:gd name="connsiteY332" fmla="*/ 185245 h 1848381"/>
                <a:gd name="connsiteX333" fmla="*/ 978395 w 1539414"/>
                <a:gd name="connsiteY333" fmla="*/ 146638 h 1848381"/>
                <a:gd name="connsiteX334" fmla="*/ 1012951 w 1539414"/>
                <a:gd name="connsiteY334" fmla="*/ 107354 h 1848381"/>
                <a:gd name="connsiteX335" fmla="*/ 1043441 w 1539414"/>
                <a:gd name="connsiteY335" fmla="*/ 79245 h 1848381"/>
                <a:gd name="connsiteX336" fmla="*/ 1066478 w 1539414"/>
                <a:gd name="connsiteY336" fmla="*/ 62313 h 1848381"/>
                <a:gd name="connsiteX337" fmla="*/ 1090870 w 1539414"/>
                <a:gd name="connsiteY337" fmla="*/ 46057 h 1848381"/>
                <a:gd name="connsiteX338" fmla="*/ 1117295 w 1539414"/>
                <a:gd name="connsiteY338" fmla="*/ 31834 h 1848381"/>
                <a:gd name="connsiteX339" fmla="*/ 1145752 w 1539414"/>
                <a:gd name="connsiteY339" fmla="*/ 19981 h 1848381"/>
                <a:gd name="connsiteX340" fmla="*/ 1175565 w 1539414"/>
                <a:gd name="connsiteY340" fmla="*/ 10498 h 1848381"/>
                <a:gd name="connsiteX341" fmla="*/ 1207749 w 1539414"/>
                <a:gd name="connsiteY341" fmla="*/ 3725 h 184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1539414" h="1848381">
                  <a:moveTo>
                    <a:pt x="540662" y="773773"/>
                  </a:moveTo>
                  <a:lnTo>
                    <a:pt x="561652" y="785292"/>
                  </a:lnTo>
                  <a:lnTo>
                    <a:pt x="602955" y="805280"/>
                  </a:lnTo>
                  <a:lnTo>
                    <a:pt x="643919" y="820863"/>
                  </a:lnTo>
                  <a:lnTo>
                    <a:pt x="683868" y="831704"/>
                  </a:lnTo>
                  <a:lnTo>
                    <a:pt x="723817" y="838819"/>
                  </a:lnTo>
                  <a:lnTo>
                    <a:pt x="762750" y="840851"/>
                  </a:lnTo>
                  <a:lnTo>
                    <a:pt x="801006" y="838819"/>
                  </a:lnTo>
                  <a:lnTo>
                    <a:pt x="838585" y="832382"/>
                  </a:lnTo>
                  <a:lnTo>
                    <a:pt x="857543" y="826962"/>
                  </a:lnTo>
                  <a:lnTo>
                    <a:pt x="873455" y="821541"/>
                  </a:lnTo>
                  <a:lnTo>
                    <a:pt x="903248" y="809684"/>
                  </a:lnTo>
                  <a:lnTo>
                    <a:pt x="917128" y="802231"/>
                  </a:lnTo>
                  <a:lnTo>
                    <a:pt x="930331" y="823913"/>
                  </a:lnTo>
                  <a:lnTo>
                    <a:pt x="952337" y="864566"/>
                  </a:lnTo>
                  <a:lnTo>
                    <a:pt x="969603" y="904542"/>
                  </a:lnTo>
                  <a:lnTo>
                    <a:pt x="981452" y="943841"/>
                  </a:lnTo>
                  <a:lnTo>
                    <a:pt x="988900" y="982461"/>
                  </a:lnTo>
                  <a:lnTo>
                    <a:pt x="991947" y="1020066"/>
                  </a:lnTo>
                  <a:lnTo>
                    <a:pt x="989577" y="1058009"/>
                  </a:lnTo>
                  <a:lnTo>
                    <a:pt x="983484" y="1095614"/>
                  </a:lnTo>
                  <a:lnTo>
                    <a:pt x="978067" y="1114585"/>
                  </a:lnTo>
                  <a:lnTo>
                    <a:pt x="974004" y="1127459"/>
                  </a:lnTo>
                  <a:lnTo>
                    <a:pt x="959785" y="1151851"/>
                  </a:lnTo>
                  <a:lnTo>
                    <a:pt x="940149" y="1174549"/>
                  </a:lnTo>
                  <a:lnTo>
                    <a:pt x="915435" y="1195215"/>
                  </a:lnTo>
                  <a:lnTo>
                    <a:pt x="887674" y="1214187"/>
                  </a:lnTo>
                  <a:lnTo>
                    <a:pt x="857882" y="1230109"/>
                  </a:lnTo>
                  <a:lnTo>
                    <a:pt x="826736" y="1242305"/>
                  </a:lnTo>
                  <a:lnTo>
                    <a:pt x="796266" y="1251452"/>
                  </a:lnTo>
                  <a:lnTo>
                    <a:pt x="781032" y="1254163"/>
                  </a:lnTo>
                  <a:lnTo>
                    <a:pt x="739052" y="1260938"/>
                  </a:lnTo>
                  <a:lnTo>
                    <a:pt x="756995" y="1299559"/>
                  </a:lnTo>
                  <a:lnTo>
                    <a:pt x="762411" y="1311416"/>
                  </a:lnTo>
                  <a:lnTo>
                    <a:pt x="770537" y="1335131"/>
                  </a:lnTo>
                  <a:lnTo>
                    <a:pt x="776292" y="1357829"/>
                  </a:lnTo>
                  <a:lnTo>
                    <a:pt x="779000" y="1379850"/>
                  </a:lnTo>
                  <a:lnTo>
                    <a:pt x="778662" y="1401193"/>
                  </a:lnTo>
                  <a:lnTo>
                    <a:pt x="775615" y="1421520"/>
                  </a:lnTo>
                  <a:lnTo>
                    <a:pt x="769859" y="1441169"/>
                  </a:lnTo>
                  <a:lnTo>
                    <a:pt x="760719" y="1459802"/>
                  </a:lnTo>
                  <a:lnTo>
                    <a:pt x="755302" y="1468949"/>
                  </a:lnTo>
                  <a:lnTo>
                    <a:pt x="747854" y="1479112"/>
                  </a:lnTo>
                  <a:lnTo>
                    <a:pt x="730588" y="1497745"/>
                  </a:lnTo>
                  <a:lnTo>
                    <a:pt x="710275" y="1514007"/>
                  </a:lnTo>
                  <a:lnTo>
                    <a:pt x="686577" y="1528574"/>
                  </a:lnTo>
                  <a:lnTo>
                    <a:pt x="660170" y="1540431"/>
                  </a:lnTo>
                  <a:lnTo>
                    <a:pt x="631055" y="1550256"/>
                  </a:lnTo>
                  <a:lnTo>
                    <a:pt x="600247" y="1557032"/>
                  </a:lnTo>
                  <a:lnTo>
                    <a:pt x="568085" y="1561436"/>
                  </a:lnTo>
                  <a:lnTo>
                    <a:pt x="550819" y="1562452"/>
                  </a:lnTo>
                  <a:lnTo>
                    <a:pt x="548787" y="1550595"/>
                  </a:lnTo>
                  <a:lnTo>
                    <a:pt x="542355" y="1526542"/>
                  </a:lnTo>
                  <a:lnTo>
                    <a:pt x="533553" y="1502149"/>
                  </a:lnTo>
                  <a:lnTo>
                    <a:pt x="522719" y="1478096"/>
                  </a:lnTo>
                  <a:lnTo>
                    <a:pt x="516287" y="1466239"/>
                  </a:lnTo>
                  <a:lnTo>
                    <a:pt x="507484" y="1451332"/>
                  </a:lnTo>
                  <a:lnTo>
                    <a:pt x="487510" y="1423553"/>
                  </a:lnTo>
                  <a:lnTo>
                    <a:pt x="465166" y="1398822"/>
                  </a:lnTo>
                  <a:lnTo>
                    <a:pt x="440790" y="1375785"/>
                  </a:lnTo>
                  <a:lnTo>
                    <a:pt x="414045" y="1356135"/>
                  </a:lnTo>
                  <a:lnTo>
                    <a:pt x="385268" y="1339535"/>
                  </a:lnTo>
                  <a:lnTo>
                    <a:pt x="356153" y="1325306"/>
                  </a:lnTo>
                  <a:lnTo>
                    <a:pt x="325007" y="1315143"/>
                  </a:lnTo>
                  <a:lnTo>
                    <a:pt x="309095" y="1311755"/>
                  </a:lnTo>
                  <a:lnTo>
                    <a:pt x="289459" y="1307690"/>
                  </a:lnTo>
                  <a:lnTo>
                    <a:pt x="249849" y="1304302"/>
                  </a:lnTo>
                  <a:lnTo>
                    <a:pt x="210916" y="1303963"/>
                  </a:lnTo>
                  <a:lnTo>
                    <a:pt x="172999" y="1307012"/>
                  </a:lnTo>
                  <a:lnTo>
                    <a:pt x="135758" y="1312433"/>
                  </a:lnTo>
                  <a:lnTo>
                    <a:pt x="100549" y="1320563"/>
                  </a:lnTo>
                  <a:lnTo>
                    <a:pt x="50443" y="1335470"/>
                  </a:lnTo>
                  <a:lnTo>
                    <a:pt x="21328" y="1346988"/>
                  </a:lnTo>
                  <a:lnTo>
                    <a:pt x="14557" y="1326323"/>
                  </a:lnTo>
                  <a:lnTo>
                    <a:pt x="4401" y="1278216"/>
                  </a:lnTo>
                  <a:lnTo>
                    <a:pt x="0" y="1226044"/>
                  </a:lnTo>
                  <a:lnTo>
                    <a:pt x="2370" y="1172178"/>
                  </a:lnTo>
                  <a:lnTo>
                    <a:pt x="8802" y="1132202"/>
                  </a:lnTo>
                  <a:lnTo>
                    <a:pt x="15573" y="1106794"/>
                  </a:lnTo>
                  <a:lnTo>
                    <a:pt x="24714" y="1082401"/>
                  </a:lnTo>
                  <a:lnTo>
                    <a:pt x="36224" y="1059703"/>
                  </a:lnTo>
                  <a:lnTo>
                    <a:pt x="50105" y="1039038"/>
                  </a:lnTo>
                  <a:lnTo>
                    <a:pt x="66694" y="1020743"/>
                  </a:lnTo>
                  <a:lnTo>
                    <a:pt x="86668" y="1005160"/>
                  </a:lnTo>
                  <a:lnTo>
                    <a:pt x="109012" y="992625"/>
                  </a:lnTo>
                  <a:lnTo>
                    <a:pt x="121201" y="988221"/>
                  </a:lnTo>
                  <a:lnTo>
                    <a:pt x="137112" y="989915"/>
                  </a:lnTo>
                  <a:lnTo>
                    <a:pt x="168936" y="991947"/>
                  </a:lnTo>
                  <a:lnTo>
                    <a:pt x="185186" y="992625"/>
                  </a:lnTo>
                  <a:lnTo>
                    <a:pt x="212947" y="991947"/>
                  </a:lnTo>
                  <a:lnTo>
                    <a:pt x="269146" y="984494"/>
                  </a:lnTo>
                  <a:lnTo>
                    <a:pt x="297246" y="978057"/>
                  </a:lnTo>
                  <a:lnTo>
                    <a:pt x="321621" y="970943"/>
                  </a:lnTo>
                  <a:lnTo>
                    <a:pt x="366648" y="951294"/>
                  </a:lnTo>
                  <a:lnTo>
                    <a:pt x="405920" y="926563"/>
                  </a:lnTo>
                  <a:lnTo>
                    <a:pt x="441129" y="898444"/>
                  </a:lnTo>
                  <a:lnTo>
                    <a:pt x="471260" y="868970"/>
                  </a:lnTo>
                  <a:lnTo>
                    <a:pt x="496989" y="838819"/>
                  </a:lnTo>
                  <a:lnTo>
                    <a:pt x="527120" y="796810"/>
                  </a:lnTo>
                  <a:close/>
                  <a:moveTo>
                    <a:pt x="1241288" y="0"/>
                  </a:moveTo>
                  <a:lnTo>
                    <a:pt x="1258566" y="0"/>
                  </a:lnTo>
                  <a:lnTo>
                    <a:pt x="1276182" y="0"/>
                  </a:lnTo>
                  <a:lnTo>
                    <a:pt x="1309722" y="3387"/>
                  </a:lnTo>
                  <a:lnTo>
                    <a:pt x="1340212" y="10498"/>
                  </a:lnTo>
                  <a:lnTo>
                    <a:pt x="1369008" y="20658"/>
                  </a:lnTo>
                  <a:lnTo>
                    <a:pt x="1395094" y="33866"/>
                  </a:lnTo>
                  <a:lnTo>
                    <a:pt x="1419486" y="50121"/>
                  </a:lnTo>
                  <a:lnTo>
                    <a:pt x="1441507" y="68747"/>
                  </a:lnTo>
                  <a:lnTo>
                    <a:pt x="1460817" y="89744"/>
                  </a:lnTo>
                  <a:lnTo>
                    <a:pt x="1478095" y="114127"/>
                  </a:lnTo>
                  <a:lnTo>
                    <a:pt x="1493679" y="139865"/>
                  </a:lnTo>
                  <a:lnTo>
                    <a:pt x="1506891" y="167973"/>
                  </a:lnTo>
                  <a:lnTo>
                    <a:pt x="1517732" y="197775"/>
                  </a:lnTo>
                  <a:lnTo>
                    <a:pt x="1526202" y="229947"/>
                  </a:lnTo>
                  <a:lnTo>
                    <a:pt x="1532639" y="263135"/>
                  </a:lnTo>
                  <a:lnTo>
                    <a:pt x="1537043" y="298356"/>
                  </a:lnTo>
                  <a:lnTo>
                    <a:pt x="1539414" y="334253"/>
                  </a:lnTo>
                  <a:lnTo>
                    <a:pt x="1539414" y="353218"/>
                  </a:lnTo>
                  <a:lnTo>
                    <a:pt x="1539414" y="1658734"/>
                  </a:lnTo>
                  <a:lnTo>
                    <a:pt x="1517394" y="1648236"/>
                  </a:lnTo>
                  <a:lnTo>
                    <a:pt x="1473013" y="1630964"/>
                  </a:lnTo>
                  <a:lnTo>
                    <a:pt x="1428294" y="1618773"/>
                  </a:lnTo>
                  <a:lnTo>
                    <a:pt x="1383237" y="1611661"/>
                  </a:lnTo>
                  <a:lnTo>
                    <a:pt x="1338179" y="1608952"/>
                  </a:lnTo>
                  <a:lnTo>
                    <a:pt x="1293799" y="1611661"/>
                  </a:lnTo>
                  <a:lnTo>
                    <a:pt x="1249758" y="1619450"/>
                  </a:lnTo>
                  <a:lnTo>
                    <a:pt x="1206733" y="1632319"/>
                  </a:lnTo>
                  <a:lnTo>
                    <a:pt x="1185728" y="1640785"/>
                  </a:lnTo>
                  <a:lnTo>
                    <a:pt x="1168112" y="1648575"/>
                  </a:lnTo>
                  <a:lnTo>
                    <a:pt x="1134911" y="1666523"/>
                  </a:lnTo>
                  <a:lnTo>
                    <a:pt x="1103405" y="1688197"/>
                  </a:lnTo>
                  <a:lnTo>
                    <a:pt x="1074609" y="1712242"/>
                  </a:lnTo>
                  <a:lnTo>
                    <a:pt x="1048523" y="1738657"/>
                  </a:lnTo>
                  <a:lnTo>
                    <a:pt x="1025147" y="1767443"/>
                  </a:lnTo>
                  <a:lnTo>
                    <a:pt x="1004820" y="1798260"/>
                  </a:lnTo>
                  <a:lnTo>
                    <a:pt x="987881" y="1831110"/>
                  </a:lnTo>
                  <a:lnTo>
                    <a:pt x="980767" y="1848381"/>
                  </a:lnTo>
                  <a:lnTo>
                    <a:pt x="974330" y="1832126"/>
                  </a:lnTo>
                  <a:lnTo>
                    <a:pt x="959762" y="1801647"/>
                  </a:lnTo>
                  <a:lnTo>
                    <a:pt x="944178" y="1774216"/>
                  </a:lnTo>
                  <a:lnTo>
                    <a:pt x="927240" y="1749494"/>
                  </a:lnTo>
                  <a:lnTo>
                    <a:pt x="909284" y="1727143"/>
                  </a:lnTo>
                  <a:lnTo>
                    <a:pt x="890313" y="1706823"/>
                  </a:lnTo>
                  <a:lnTo>
                    <a:pt x="869986" y="1688875"/>
                  </a:lnTo>
                  <a:lnTo>
                    <a:pt x="849320" y="1673635"/>
                  </a:lnTo>
                  <a:lnTo>
                    <a:pt x="816797" y="1653316"/>
                  </a:lnTo>
                  <a:lnTo>
                    <a:pt x="772756" y="1633335"/>
                  </a:lnTo>
                  <a:lnTo>
                    <a:pt x="727021" y="1619450"/>
                  </a:lnTo>
                  <a:lnTo>
                    <a:pt x="682302" y="1611322"/>
                  </a:lnTo>
                  <a:lnTo>
                    <a:pt x="660281" y="1608952"/>
                  </a:lnTo>
                  <a:lnTo>
                    <a:pt x="683996" y="1601163"/>
                  </a:lnTo>
                  <a:lnTo>
                    <a:pt x="727021" y="1580166"/>
                  </a:lnTo>
                  <a:lnTo>
                    <a:pt x="764625" y="1553751"/>
                  </a:lnTo>
                  <a:lnTo>
                    <a:pt x="789017" y="1530384"/>
                  </a:lnTo>
                  <a:lnTo>
                    <a:pt x="802569" y="1513451"/>
                  </a:lnTo>
                  <a:lnTo>
                    <a:pt x="809005" y="1504646"/>
                  </a:lnTo>
                  <a:lnTo>
                    <a:pt x="819169" y="1488052"/>
                  </a:lnTo>
                  <a:lnTo>
                    <a:pt x="833736" y="1453170"/>
                  </a:lnTo>
                  <a:lnTo>
                    <a:pt x="841867" y="1415918"/>
                  </a:lnTo>
                  <a:lnTo>
                    <a:pt x="843222" y="1377312"/>
                  </a:lnTo>
                  <a:lnTo>
                    <a:pt x="841190" y="1357670"/>
                  </a:lnTo>
                  <a:lnTo>
                    <a:pt x="860500" y="1369861"/>
                  </a:lnTo>
                  <a:lnTo>
                    <a:pt x="899121" y="1392212"/>
                  </a:lnTo>
                  <a:lnTo>
                    <a:pt x="936387" y="1411177"/>
                  </a:lnTo>
                  <a:lnTo>
                    <a:pt x="972975" y="1426755"/>
                  </a:lnTo>
                  <a:lnTo>
                    <a:pt x="1008547" y="1439624"/>
                  </a:lnTo>
                  <a:lnTo>
                    <a:pt x="1043102" y="1449445"/>
                  </a:lnTo>
                  <a:lnTo>
                    <a:pt x="1076980" y="1455880"/>
                  </a:lnTo>
                  <a:lnTo>
                    <a:pt x="1109503" y="1458928"/>
                  </a:lnTo>
                  <a:lnTo>
                    <a:pt x="1125764" y="1458928"/>
                  </a:lnTo>
                  <a:lnTo>
                    <a:pt x="1149818" y="1458589"/>
                  </a:lnTo>
                  <a:lnTo>
                    <a:pt x="1196230" y="1451138"/>
                  </a:lnTo>
                  <a:lnTo>
                    <a:pt x="1218251" y="1444027"/>
                  </a:lnTo>
                  <a:lnTo>
                    <a:pt x="1231802" y="1439286"/>
                  </a:lnTo>
                  <a:lnTo>
                    <a:pt x="1257550" y="1427433"/>
                  </a:lnTo>
                  <a:lnTo>
                    <a:pt x="1280248" y="1413886"/>
                  </a:lnTo>
                  <a:lnTo>
                    <a:pt x="1301252" y="1398986"/>
                  </a:lnTo>
                  <a:lnTo>
                    <a:pt x="1329032" y="1373925"/>
                  </a:lnTo>
                  <a:lnTo>
                    <a:pt x="1358845" y="1338705"/>
                  </a:lnTo>
                  <a:lnTo>
                    <a:pt x="1381543" y="1304501"/>
                  </a:lnTo>
                  <a:lnTo>
                    <a:pt x="1397804" y="1273344"/>
                  </a:lnTo>
                  <a:lnTo>
                    <a:pt x="1412372" y="1238463"/>
                  </a:lnTo>
                  <a:lnTo>
                    <a:pt x="1414743" y="1231012"/>
                  </a:lnTo>
                  <a:lnTo>
                    <a:pt x="1352747" y="1213064"/>
                  </a:lnTo>
                  <a:lnTo>
                    <a:pt x="1351392" y="1217466"/>
                  </a:lnTo>
                  <a:lnTo>
                    <a:pt x="1339873" y="1245236"/>
                  </a:lnTo>
                  <a:lnTo>
                    <a:pt x="1326661" y="1270296"/>
                  </a:lnTo>
                  <a:lnTo>
                    <a:pt x="1308367" y="1298405"/>
                  </a:lnTo>
                  <a:lnTo>
                    <a:pt x="1284652" y="1326852"/>
                  </a:lnTo>
                  <a:lnTo>
                    <a:pt x="1254162" y="1353606"/>
                  </a:lnTo>
                  <a:lnTo>
                    <a:pt x="1227398" y="1370200"/>
                  </a:lnTo>
                  <a:lnTo>
                    <a:pt x="1207749" y="1379344"/>
                  </a:lnTo>
                  <a:lnTo>
                    <a:pt x="1197247" y="1383407"/>
                  </a:lnTo>
                  <a:lnTo>
                    <a:pt x="1180647" y="1388826"/>
                  </a:lnTo>
                  <a:lnTo>
                    <a:pt x="1145075" y="1394583"/>
                  </a:lnTo>
                  <a:lnTo>
                    <a:pt x="1107809" y="1394583"/>
                  </a:lnTo>
                  <a:lnTo>
                    <a:pt x="1068172" y="1389165"/>
                  </a:lnTo>
                  <a:lnTo>
                    <a:pt x="1026502" y="1378328"/>
                  </a:lnTo>
                  <a:lnTo>
                    <a:pt x="982799" y="1362072"/>
                  </a:lnTo>
                  <a:lnTo>
                    <a:pt x="937742" y="1340059"/>
                  </a:lnTo>
                  <a:lnTo>
                    <a:pt x="890313" y="1312628"/>
                  </a:lnTo>
                  <a:lnTo>
                    <a:pt x="865582" y="1296712"/>
                  </a:lnTo>
                  <a:lnTo>
                    <a:pt x="880488" y="1290277"/>
                  </a:lnTo>
                  <a:lnTo>
                    <a:pt x="909284" y="1276392"/>
                  </a:lnTo>
                  <a:lnTo>
                    <a:pt x="936725" y="1259121"/>
                  </a:lnTo>
                  <a:lnTo>
                    <a:pt x="962811" y="1240495"/>
                  </a:lnTo>
                  <a:lnTo>
                    <a:pt x="985848" y="1219160"/>
                  </a:lnTo>
                  <a:lnTo>
                    <a:pt x="1006514" y="1196470"/>
                  </a:lnTo>
                  <a:lnTo>
                    <a:pt x="1023453" y="1172425"/>
                  </a:lnTo>
                  <a:lnTo>
                    <a:pt x="1035988" y="1146349"/>
                  </a:lnTo>
                  <a:lnTo>
                    <a:pt x="1040053" y="1132802"/>
                  </a:lnTo>
                  <a:lnTo>
                    <a:pt x="1047506" y="1104694"/>
                  </a:lnTo>
                  <a:lnTo>
                    <a:pt x="1055298" y="1050848"/>
                  </a:lnTo>
                  <a:lnTo>
                    <a:pt x="1055298" y="999033"/>
                  </a:lnTo>
                  <a:lnTo>
                    <a:pt x="1048861" y="950267"/>
                  </a:lnTo>
                  <a:lnTo>
                    <a:pt x="1037004" y="904549"/>
                  </a:lnTo>
                  <a:lnTo>
                    <a:pt x="1021420" y="861539"/>
                  </a:lnTo>
                  <a:lnTo>
                    <a:pt x="1002787" y="821578"/>
                  </a:lnTo>
                  <a:lnTo>
                    <a:pt x="982461" y="785342"/>
                  </a:lnTo>
                  <a:lnTo>
                    <a:pt x="971958" y="768409"/>
                  </a:lnTo>
                  <a:lnTo>
                    <a:pt x="984832" y="758927"/>
                  </a:lnTo>
                  <a:lnTo>
                    <a:pt x="1007869" y="738608"/>
                  </a:lnTo>
                  <a:lnTo>
                    <a:pt x="1039037" y="707113"/>
                  </a:lnTo>
                  <a:lnTo>
                    <a:pt x="1073254" y="664781"/>
                  </a:lnTo>
                  <a:lnTo>
                    <a:pt x="1099340" y="626851"/>
                  </a:lnTo>
                  <a:lnTo>
                    <a:pt x="1108487" y="610596"/>
                  </a:lnTo>
                  <a:lnTo>
                    <a:pt x="1123732" y="624819"/>
                  </a:lnTo>
                  <a:lnTo>
                    <a:pt x="1157610" y="649202"/>
                  </a:lnTo>
                  <a:lnTo>
                    <a:pt x="1176242" y="658685"/>
                  </a:lnTo>
                  <a:lnTo>
                    <a:pt x="1190471" y="664781"/>
                  </a:lnTo>
                  <a:lnTo>
                    <a:pt x="1219267" y="674602"/>
                  </a:lnTo>
                  <a:lnTo>
                    <a:pt x="1247725" y="680359"/>
                  </a:lnTo>
                  <a:lnTo>
                    <a:pt x="1275505" y="683068"/>
                  </a:lnTo>
                  <a:lnTo>
                    <a:pt x="1289056" y="683407"/>
                  </a:lnTo>
                  <a:lnTo>
                    <a:pt x="1302946" y="683068"/>
                  </a:lnTo>
                  <a:lnTo>
                    <a:pt x="1329371" y="680697"/>
                  </a:lnTo>
                  <a:lnTo>
                    <a:pt x="1365281" y="674263"/>
                  </a:lnTo>
                  <a:lnTo>
                    <a:pt x="1417792" y="658008"/>
                  </a:lnTo>
                  <a:lnTo>
                    <a:pt x="1427278" y="653605"/>
                  </a:lnTo>
                  <a:lnTo>
                    <a:pt x="1399498" y="595695"/>
                  </a:lnTo>
                  <a:lnTo>
                    <a:pt x="1396110" y="597388"/>
                  </a:lnTo>
                  <a:lnTo>
                    <a:pt x="1361894" y="608564"/>
                  </a:lnTo>
                  <a:lnTo>
                    <a:pt x="1320901" y="617030"/>
                  </a:lnTo>
                  <a:lnTo>
                    <a:pt x="1289395" y="618724"/>
                  </a:lnTo>
                  <a:lnTo>
                    <a:pt x="1255178" y="616692"/>
                  </a:lnTo>
                  <a:lnTo>
                    <a:pt x="1220961" y="607887"/>
                  </a:lnTo>
                  <a:lnTo>
                    <a:pt x="1203345" y="600436"/>
                  </a:lnTo>
                  <a:lnTo>
                    <a:pt x="1191826" y="594679"/>
                  </a:lnTo>
                  <a:lnTo>
                    <a:pt x="1170144" y="579778"/>
                  </a:lnTo>
                  <a:lnTo>
                    <a:pt x="1149818" y="561152"/>
                  </a:lnTo>
                  <a:lnTo>
                    <a:pt x="1131862" y="539478"/>
                  </a:lnTo>
                  <a:lnTo>
                    <a:pt x="1115262" y="514079"/>
                  </a:lnTo>
                  <a:lnTo>
                    <a:pt x="1100695" y="484955"/>
                  </a:lnTo>
                  <a:lnTo>
                    <a:pt x="1087482" y="452444"/>
                  </a:lnTo>
                  <a:lnTo>
                    <a:pt x="1076303" y="416885"/>
                  </a:lnTo>
                  <a:lnTo>
                    <a:pt x="1072237" y="397582"/>
                  </a:lnTo>
                  <a:lnTo>
                    <a:pt x="1009224" y="412144"/>
                  </a:lnTo>
                  <a:lnTo>
                    <a:pt x="1014645" y="433140"/>
                  </a:lnTo>
                  <a:lnTo>
                    <a:pt x="1026502" y="472086"/>
                  </a:lnTo>
                  <a:lnTo>
                    <a:pt x="1040392" y="507645"/>
                  </a:lnTo>
                  <a:lnTo>
                    <a:pt x="1056653" y="540833"/>
                  </a:lnTo>
                  <a:lnTo>
                    <a:pt x="1065462" y="555734"/>
                  </a:lnTo>
                  <a:lnTo>
                    <a:pt x="1056653" y="571989"/>
                  </a:lnTo>
                  <a:lnTo>
                    <a:pt x="1031584" y="612289"/>
                  </a:lnTo>
                  <a:lnTo>
                    <a:pt x="1008885" y="643445"/>
                  </a:lnTo>
                  <a:lnTo>
                    <a:pt x="980428" y="675279"/>
                  </a:lnTo>
                  <a:lnTo>
                    <a:pt x="946550" y="707113"/>
                  </a:lnTo>
                  <a:lnTo>
                    <a:pt x="907252" y="735221"/>
                  </a:lnTo>
                  <a:lnTo>
                    <a:pt x="874390" y="752831"/>
                  </a:lnTo>
                  <a:lnTo>
                    <a:pt x="851353" y="761975"/>
                  </a:lnTo>
                  <a:lnTo>
                    <a:pt x="838818" y="765700"/>
                  </a:lnTo>
                  <a:lnTo>
                    <a:pt x="822218" y="770102"/>
                  </a:lnTo>
                  <a:lnTo>
                    <a:pt x="788001" y="775860"/>
                  </a:lnTo>
                  <a:lnTo>
                    <a:pt x="752768" y="776876"/>
                  </a:lnTo>
                  <a:lnTo>
                    <a:pt x="716857" y="772812"/>
                  </a:lnTo>
                  <a:lnTo>
                    <a:pt x="680269" y="765023"/>
                  </a:lnTo>
                  <a:lnTo>
                    <a:pt x="642665" y="752831"/>
                  </a:lnTo>
                  <a:lnTo>
                    <a:pt x="604383" y="735560"/>
                  </a:lnTo>
                  <a:lnTo>
                    <a:pt x="565762" y="714224"/>
                  </a:lnTo>
                  <a:lnTo>
                    <a:pt x="546113" y="701694"/>
                  </a:lnTo>
                  <a:lnTo>
                    <a:pt x="513928" y="681036"/>
                  </a:lnTo>
                  <a:lnTo>
                    <a:pt x="499022" y="715240"/>
                  </a:lnTo>
                  <a:lnTo>
                    <a:pt x="496312" y="720997"/>
                  </a:lnTo>
                  <a:lnTo>
                    <a:pt x="477679" y="754863"/>
                  </a:lnTo>
                  <a:lnTo>
                    <a:pt x="457013" y="785342"/>
                  </a:lnTo>
                  <a:lnTo>
                    <a:pt x="429572" y="818869"/>
                  </a:lnTo>
                  <a:lnTo>
                    <a:pt x="395694" y="853073"/>
                  </a:lnTo>
                  <a:lnTo>
                    <a:pt x="365543" y="876440"/>
                  </a:lnTo>
                  <a:lnTo>
                    <a:pt x="343522" y="890664"/>
                  </a:lnTo>
                  <a:lnTo>
                    <a:pt x="319808" y="902517"/>
                  </a:lnTo>
                  <a:lnTo>
                    <a:pt x="294399" y="912338"/>
                  </a:lnTo>
                  <a:lnTo>
                    <a:pt x="280848" y="916063"/>
                  </a:lnTo>
                  <a:lnTo>
                    <a:pt x="260521" y="921143"/>
                  </a:lnTo>
                  <a:lnTo>
                    <a:pt x="220207" y="926900"/>
                  </a:lnTo>
                  <a:lnTo>
                    <a:pt x="180231" y="928255"/>
                  </a:lnTo>
                  <a:lnTo>
                    <a:pt x="140255" y="925545"/>
                  </a:lnTo>
                  <a:lnTo>
                    <a:pt x="120605" y="922497"/>
                  </a:lnTo>
                  <a:lnTo>
                    <a:pt x="119250" y="901839"/>
                  </a:lnTo>
                  <a:lnTo>
                    <a:pt x="119589" y="860185"/>
                  </a:lnTo>
                  <a:lnTo>
                    <a:pt x="124332" y="819546"/>
                  </a:lnTo>
                  <a:lnTo>
                    <a:pt x="133140" y="779923"/>
                  </a:lnTo>
                  <a:lnTo>
                    <a:pt x="146353" y="741317"/>
                  </a:lnTo>
                  <a:lnTo>
                    <a:pt x="162614" y="704742"/>
                  </a:lnTo>
                  <a:lnTo>
                    <a:pt x="182602" y="670199"/>
                  </a:lnTo>
                  <a:lnTo>
                    <a:pt x="205300" y="637688"/>
                  </a:lnTo>
                  <a:lnTo>
                    <a:pt x="230709" y="608225"/>
                  </a:lnTo>
                  <a:lnTo>
                    <a:pt x="258827" y="581471"/>
                  </a:lnTo>
                  <a:lnTo>
                    <a:pt x="288640" y="558104"/>
                  </a:lnTo>
                  <a:lnTo>
                    <a:pt x="320824" y="538801"/>
                  </a:lnTo>
                  <a:lnTo>
                    <a:pt x="354024" y="523223"/>
                  </a:lnTo>
                  <a:lnTo>
                    <a:pt x="388919" y="511708"/>
                  </a:lnTo>
                  <a:lnTo>
                    <a:pt x="424491" y="505274"/>
                  </a:lnTo>
                  <a:lnTo>
                    <a:pt x="460740" y="503919"/>
                  </a:lnTo>
                  <a:lnTo>
                    <a:pt x="479373" y="505274"/>
                  </a:lnTo>
                  <a:lnTo>
                    <a:pt x="479712" y="490712"/>
                  </a:lnTo>
                  <a:lnTo>
                    <a:pt x="484455" y="460233"/>
                  </a:lnTo>
                  <a:lnTo>
                    <a:pt x="494618" y="429754"/>
                  </a:lnTo>
                  <a:lnTo>
                    <a:pt x="508847" y="399275"/>
                  </a:lnTo>
                  <a:lnTo>
                    <a:pt x="527141" y="369134"/>
                  </a:lnTo>
                  <a:lnTo>
                    <a:pt x="549162" y="340010"/>
                  </a:lnTo>
                  <a:lnTo>
                    <a:pt x="574570" y="312579"/>
                  </a:lnTo>
                  <a:lnTo>
                    <a:pt x="603705" y="286841"/>
                  </a:lnTo>
                  <a:lnTo>
                    <a:pt x="635212" y="264151"/>
                  </a:lnTo>
                  <a:lnTo>
                    <a:pt x="669089" y="244848"/>
                  </a:lnTo>
                  <a:lnTo>
                    <a:pt x="705339" y="228931"/>
                  </a:lnTo>
                  <a:lnTo>
                    <a:pt x="743282" y="218094"/>
                  </a:lnTo>
                  <a:lnTo>
                    <a:pt x="782581" y="211321"/>
                  </a:lnTo>
                  <a:lnTo>
                    <a:pt x="823573" y="210305"/>
                  </a:lnTo>
                  <a:lnTo>
                    <a:pt x="865243" y="215385"/>
                  </a:lnTo>
                  <a:lnTo>
                    <a:pt x="907929" y="226899"/>
                  </a:lnTo>
                  <a:lnTo>
                    <a:pt x="928933" y="235027"/>
                  </a:lnTo>
                  <a:lnTo>
                    <a:pt x="934693" y="220126"/>
                  </a:lnTo>
                  <a:lnTo>
                    <a:pt x="952648" y="185245"/>
                  </a:lnTo>
                  <a:lnTo>
                    <a:pt x="978395" y="146638"/>
                  </a:lnTo>
                  <a:lnTo>
                    <a:pt x="1012951" y="107354"/>
                  </a:lnTo>
                  <a:lnTo>
                    <a:pt x="1043441" y="79245"/>
                  </a:lnTo>
                  <a:lnTo>
                    <a:pt x="1066478" y="62313"/>
                  </a:lnTo>
                  <a:lnTo>
                    <a:pt x="1090870" y="46057"/>
                  </a:lnTo>
                  <a:lnTo>
                    <a:pt x="1117295" y="31834"/>
                  </a:lnTo>
                  <a:lnTo>
                    <a:pt x="1145752" y="19981"/>
                  </a:lnTo>
                  <a:lnTo>
                    <a:pt x="1175565" y="10498"/>
                  </a:lnTo>
                  <a:lnTo>
                    <a:pt x="1207749" y="37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" name="Freeform 59">
              <a:extLst>
                <a:ext uri="{FF2B5EF4-FFF2-40B4-BE49-F238E27FC236}">
                  <a16:creationId xmlns:a16="http://schemas.microsoft.com/office/drawing/2014/main" id="{12C94F7A-399F-4682-87AF-4EBEED30E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0934" y="3402412"/>
              <a:ext cx="1638338" cy="1657310"/>
            </a:xfrm>
            <a:custGeom>
              <a:avLst/>
              <a:gdLst>
                <a:gd name="T0" fmla="*/ 3529 w 4838"/>
                <a:gd name="T1" fmla="*/ 1221 h 4891"/>
                <a:gd name="T2" fmla="*/ 3309 w 4838"/>
                <a:gd name="T3" fmla="*/ 1693 h 4891"/>
                <a:gd name="T4" fmla="*/ 2934 w 4838"/>
                <a:gd name="T5" fmla="*/ 1713 h 4891"/>
                <a:gd name="T6" fmla="*/ 2480 w 4838"/>
                <a:gd name="T7" fmla="*/ 1788 h 4891"/>
                <a:gd name="T8" fmla="*/ 2152 w 4838"/>
                <a:gd name="T9" fmla="*/ 2101 h 4891"/>
                <a:gd name="T10" fmla="*/ 2061 w 4838"/>
                <a:gd name="T11" fmla="*/ 2446 h 4891"/>
                <a:gd name="T12" fmla="*/ 2134 w 4838"/>
                <a:gd name="T13" fmla="*/ 2824 h 4891"/>
                <a:gd name="T14" fmla="*/ 2694 w 4838"/>
                <a:gd name="T15" fmla="*/ 2885 h 4891"/>
                <a:gd name="T16" fmla="*/ 3072 w 4838"/>
                <a:gd name="T17" fmla="*/ 3203 h 4891"/>
                <a:gd name="T18" fmla="*/ 3294 w 4838"/>
                <a:gd name="T19" fmla="*/ 3078 h 4891"/>
                <a:gd name="T20" fmla="*/ 3681 w 4838"/>
                <a:gd name="T21" fmla="*/ 3038 h 4891"/>
                <a:gd name="T22" fmla="*/ 4108 w 4838"/>
                <a:gd name="T23" fmla="*/ 3411 h 4891"/>
                <a:gd name="T24" fmla="*/ 3556 w 4838"/>
                <a:gd name="T25" fmla="*/ 3222 h 4891"/>
                <a:gd name="T26" fmla="*/ 3147 w 4838"/>
                <a:gd name="T27" fmla="*/ 3387 h 4891"/>
                <a:gd name="T28" fmla="*/ 2925 w 4838"/>
                <a:gd name="T29" fmla="*/ 3862 h 4891"/>
                <a:gd name="T30" fmla="*/ 2765 w 4838"/>
                <a:gd name="T31" fmla="*/ 4137 h 4891"/>
                <a:gd name="T32" fmla="*/ 2795 w 4838"/>
                <a:gd name="T33" fmla="*/ 3582 h 4891"/>
                <a:gd name="T34" fmla="*/ 2808 w 4838"/>
                <a:gd name="T35" fmla="*/ 3196 h 4891"/>
                <a:gd name="T36" fmla="*/ 2323 w 4838"/>
                <a:gd name="T37" fmla="*/ 2989 h 4891"/>
                <a:gd name="T38" fmla="*/ 1929 w 4838"/>
                <a:gd name="T39" fmla="*/ 3131 h 4891"/>
                <a:gd name="T40" fmla="*/ 1663 w 4838"/>
                <a:gd name="T41" fmla="*/ 3585 h 4891"/>
                <a:gd name="T42" fmla="*/ 1534 w 4838"/>
                <a:gd name="T43" fmla="*/ 3349 h 4891"/>
                <a:gd name="T44" fmla="*/ 1906 w 4838"/>
                <a:gd name="T45" fmla="*/ 2919 h 4891"/>
                <a:gd name="T46" fmla="*/ 1876 w 4838"/>
                <a:gd name="T47" fmla="*/ 2536 h 4891"/>
                <a:gd name="T48" fmla="*/ 1949 w 4838"/>
                <a:gd name="T49" fmla="*/ 2090 h 4891"/>
                <a:gd name="T50" fmla="*/ 2190 w 4838"/>
                <a:gd name="T51" fmla="*/ 1755 h 4891"/>
                <a:gd name="T52" fmla="*/ 2454 w 4838"/>
                <a:gd name="T53" fmla="*/ 1594 h 4891"/>
                <a:gd name="T54" fmla="*/ 2884 w 4838"/>
                <a:gd name="T55" fmla="*/ 1521 h 4891"/>
                <a:gd name="T56" fmla="*/ 2893 w 4838"/>
                <a:gd name="T57" fmla="*/ 1264 h 4891"/>
                <a:gd name="T58" fmla="*/ 2518 w 4838"/>
                <a:gd name="T59" fmla="*/ 965 h 4891"/>
                <a:gd name="T60" fmla="*/ 1897 w 4838"/>
                <a:gd name="T61" fmla="*/ 910 h 4891"/>
                <a:gd name="T62" fmla="*/ 1737 w 4838"/>
                <a:gd name="T63" fmla="*/ 728 h 4891"/>
                <a:gd name="T64" fmla="*/ 1632 w 4838"/>
                <a:gd name="T65" fmla="*/ 348 h 4891"/>
                <a:gd name="T66" fmla="*/ 1346 w 4838"/>
                <a:gd name="T67" fmla="*/ 84 h 4891"/>
                <a:gd name="T68" fmla="*/ 988 w 4838"/>
                <a:gd name="T69" fmla="*/ 0 h 4891"/>
                <a:gd name="T70" fmla="*/ 394 w 4838"/>
                <a:gd name="T71" fmla="*/ 126 h 4891"/>
                <a:gd name="T72" fmla="*/ 117 w 4838"/>
                <a:gd name="T73" fmla="*/ 426 h 4891"/>
                <a:gd name="T74" fmla="*/ 0 w 4838"/>
                <a:gd name="T75" fmla="*/ 950 h 4891"/>
                <a:gd name="T76" fmla="*/ 164 w 4838"/>
                <a:gd name="T77" fmla="*/ 1501 h 4891"/>
                <a:gd name="T78" fmla="*/ 327 w 4838"/>
                <a:gd name="T79" fmla="*/ 1873 h 4891"/>
                <a:gd name="T80" fmla="*/ 388 w 4838"/>
                <a:gd name="T81" fmla="*/ 2306 h 4891"/>
                <a:gd name="T82" fmla="*/ 786 w 4838"/>
                <a:gd name="T83" fmla="*/ 2783 h 4891"/>
                <a:gd name="T84" fmla="*/ 925 w 4838"/>
                <a:gd name="T85" fmla="*/ 3339 h 4891"/>
                <a:gd name="T86" fmla="*/ 1352 w 4838"/>
                <a:gd name="T87" fmla="*/ 3887 h 4891"/>
                <a:gd name="T88" fmla="*/ 1899 w 4838"/>
                <a:gd name="T89" fmla="*/ 4138 h 4891"/>
                <a:gd name="T90" fmla="*/ 2230 w 4838"/>
                <a:gd name="T91" fmla="*/ 4267 h 4891"/>
                <a:gd name="T92" fmla="*/ 2625 w 4838"/>
                <a:gd name="T93" fmla="*/ 4620 h 4891"/>
                <a:gd name="T94" fmla="*/ 3155 w 4838"/>
                <a:gd name="T95" fmla="*/ 4841 h 4891"/>
                <a:gd name="T96" fmla="*/ 3732 w 4838"/>
                <a:gd name="T97" fmla="*/ 4884 h 4891"/>
                <a:gd name="T98" fmla="*/ 4265 w 4838"/>
                <a:gd name="T99" fmla="*/ 4705 h 4891"/>
                <a:gd name="T100" fmla="*/ 4663 w 4838"/>
                <a:gd name="T101" fmla="*/ 4260 h 4891"/>
                <a:gd name="T102" fmla="*/ 4838 w 4838"/>
                <a:gd name="T103" fmla="*/ 3507 h 4891"/>
                <a:gd name="T104" fmla="*/ 4533 w 4838"/>
                <a:gd name="T105" fmla="*/ 942 h 4891"/>
                <a:gd name="T106" fmla="*/ 3925 w 4838"/>
                <a:gd name="T107" fmla="*/ 956 h 4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838" h="4891">
                  <a:moveTo>
                    <a:pt x="3868" y="980"/>
                  </a:moveTo>
                  <a:lnTo>
                    <a:pt x="3812" y="1004"/>
                  </a:lnTo>
                  <a:lnTo>
                    <a:pt x="3707" y="1065"/>
                  </a:lnTo>
                  <a:lnTo>
                    <a:pt x="3613" y="1138"/>
                  </a:lnTo>
                  <a:lnTo>
                    <a:pt x="3529" y="1221"/>
                  </a:lnTo>
                  <a:lnTo>
                    <a:pt x="3457" y="1313"/>
                  </a:lnTo>
                  <a:lnTo>
                    <a:pt x="3398" y="1414"/>
                  </a:lnTo>
                  <a:lnTo>
                    <a:pt x="3351" y="1521"/>
                  </a:lnTo>
                  <a:lnTo>
                    <a:pt x="3320" y="1634"/>
                  </a:lnTo>
                  <a:lnTo>
                    <a:pt x="3309" y="1693"/>
                  </a:lnTo>
                  <a:lnTo>
                    <a:pt x="3294" y="1812"/>
                  </a:lnTo>
                  <a:lnTo>
                    <a:pt x="3181" y="1768"/>
                  </a:lnTo>
                  <a:lnTo>
                    <a:pt x="3133" y="1750"/>
                  </a:lnTo>
                  <a:lnTo>
                    <a:pt x="3035" y="1726"/>
                  </a:lnTo>
                  <a:lnTo>
                    <a:pt x="2934" y="1713"/>
                  </a:lnTo>
                  <a:lnTo>
                    <a:pt x="2833" y="1712"/>
                  </a:lnTo>
                  <a:lnTo>
                    <a:pt x="2735" y="1718"/>
                  </a:lnTo>
                  <a:lnTo>
                    <a:pt x="2642" y="1735"/>
                  </a:lnTo>
                  <a:lnTo>
                    <a:pt x="2556" y="1759"/>
                  </a:lnTo>
                  <a:lnTo>
                    <a:pt x="2480" y="1788"/>
                  </a:lnTo>
                  <a:lnTo>
                    <a:pt x="2446" y="1807"/>
                  </a:lnTo>
                  <a:lnTo>
                    <a:pt x="2392" y="1838"/>
                  </a:lnTo>
                  <a:lnTo>
                    <a:pt x="2292" y="1917"/>
                  </a:lnTo>
                  <a:lnTo>
                    <a:pt x="2205" y="2015"/>
                  </a:lnTo>
                  <a:lnTo>
                    <a:pt x="2152" y="2101"/>
                  </a:lnTo>
                  <a:lnTo>
                    <a:pt x="2122" y="2163"/>
                  </a:lnTo>
                  <a:lnTo>
                    <a:pt x="2098" y="2228"/>
                  </a:lnTo>
                  <a:lnTo>
                    <a:pt x="2079" y="2298"/>
                  </a:lnTo>
                  <a:lnTo>
                    <a:pt x="2066" y="2370"/>
                  </a:lnTo>
                  <a:lnTo>
                    <a:pt x="2061" y="2446"/>
                  </a:lnTo>
                  <a:lnTo>
                    <a:pt x="2064" y="2525"/>
                  </a:lnTo>
                  <a:lnTo>
                    <a:pt x="2073" y="2608"/>
                  </a:lnTo>
                  <a:lnTo>
                    <a:pt x="2091" y="2692"/>
                  </a:lnTo>
                  <a:lnTo>
                    <a:pt x="2117" y="2780"/>
                  </a:lnTo>
                  <a:lnTo>
                    <a:pt x="2134" y="2824"/>
                  </a:lnTo>
                  <a:lnTo>
                    <a:pt x="2199" y="2810"/>
                  </a:lnTo>
                  <a:lnTo>
                    <a:pt x="2326" y="2798"/>
                  </a:lnTo>
                  <a:lnTo>
                    <a:pt x="2451" y="2807"/>
                  </a:lnTo>
                  <a:lnTo>
                    <a:pt x="2575" y="2836"/>
                  </a:lnTo>
                  <a:lnTo>
                    <a:pt x="2694" y="2885"/>
                  </a:lnTo>
                  <a:lnTo>
                    <a:pt x="2808" y="2952"/>
                  </a:lnTo>
                  <a:lnTo>
                    <a:pt x="2918" y="3039"/>
                  </a:lnTo>
                  <a:lnTo>
                    <a:pt x="3022" y="3144"/>
                  </a:lnTo>
                  <a:lnTo>
                    <a:pt x="3071" y="3204"/>
                  </a:lnTo>
                  <a:lnTo>
                    <a:pt x="3072" y="3203"/>
                  </a:lnTo>
                  <a:lnTo>
                    <a:pt x="3074" y="3201"/>
                  </a:lnTo>
                  <a:lnTo>
                    <a:pt x="3103" y="3179"/>
                  </a:lnTo>
                  <a:lnTo>
                    <a:pt x="3164" y="3139"/>
                  </a:lnTo>
                  <a:lnTo>
                    <a:pt x="3228" y="3107"/>
                  </a:lnTo>
                  <a:lnTo>
                    <a:pt x="3294" y="3078"/>
                  </a:lnTo>
                  <a:lnTo>
                    <a:pt x="3361" y="3057"/>
                  </a:lnTo>
                  <a:lnTo>
                    <a:pt x="3430" y="3042"/>
                  </a:lnTo>
                  <a:lnTo>
                    <a:pt x="3500" y="3034"/>
                  </a:lnTo>
                  <a:lnTo>
                    <a:pt x="3573" y="3030"/>
                  </a:lnTo>
                  <a:lnTo>
                    <a:pt x="3681" y="3038"/>
                  </a:lnTo>
                  <a:lnTo>
                    <a:pt x="3832" y="3069"/>
                  </a:lnTo>
                  <a:lnTo>
                    <a:pt x="3983" y="3125"/>
                  </a:lnTo>
                  <a:lnTo>
                    <a:pt x="4138" y="3204"/>
                  </a:lnTo>
                  <a:lnTo>
                    <a:pt x="4214" y="3254"/>
                  </a:lnTo>
                  <a:lnTo>
                    <a:pt x="4108" y="3411"/>
                  </a:lnTo>
                  <a:lnTo>
                    <a:pt x="4044" y="3370"/>
                  </a:lnTo>
                  <a:lnTo>
                    <a:pt x="3919" y="3304"/>
                  </a:lnTo>
                  <a:lnTo>
                    <a:pt x="3796" y="3257"/>
                  </a:lnTo>
                  <a:lnTo>
                    <a:pt x="3674" y="3230"/>
                  </a:lnTo>
                  <a:lnTo>
                    <a:pt x="3556" y="3222"/>
                  </a:lnTo>
                  <a:lnTo>
                    <a:pt x="3443" y="3234"/>
                  </a:lnTo>
                  <a:lnTo>
                    <a:pt x="3337" y="3266"/>
                  </a:lnTo>
                  <a:lnTo>
                    <a:pt x="3237" y="3318"/>
                  </a:lnTo>
                  <a:lnTo>
                    <a:pt x="3190" y="3352"/>
                  </a:lnTo>
                  <a:lnTo>
                    <a:pt x="3147" y="3387"/>
                  </a:lnTo>
                  <a:lnTo>
                    <a:pt x="3075" y="3466"/>
                  </a:lnTo>
                  <a:lnTo>
                    <a:pt x="3014" y="3555"/>
                  </a:lnTo>
                  <a:lnTo>
                    <a:pt x="2969" y="3654"/>
                  </a:lnTo>
                  <a:lnTo>
                    <a:pt x="2939" y="3756"/>
                  </a:lnTo>
                  <a:lnTo>
                    <a:pt x="2925" y="3862"/>
                  </a:lnTo>
                  <a:lnTo>
                    <a:pt x="2926" y="3970"/>
                  </a:lnTo>
                  <a:lnTo>
                    <a:pt x="2944" y="4075"/>
                  </a:lnTo>
                  <a:lnTo>
                    <a:pt x="2961" y="4127"/>
                  </a:lnTo>
                  <a:lnTo>
                    <a:pt x="2782" y="4190"/>
                  </a:lnTo>
                  <a:lnTo>
                    <a:pt x="2765" y="4137"/>
                  </a:lnTo>
                  <a:lnTo>
                    <a:pt x="2742" y="4027"/>
                  </a:lnTo>
                  <a:lnTo>
                    <a:pt x="2734" y="3914"/>
                  </a:lnTo>
                  <a:lnTo>
                    <a:pt x="2740" y="3801"/>
                  </a:lnTo>
                  <a:lnTo>
                    <a:pt x="2761" y="3691"/>
                  </a:lnTo>
                  <a:lnTo>
                    <a:pt x="2795" y="3582"/>
                  </a:lnTo>
                  <a:lnTo>
                    <a:pt x="2842" y="3480"/>
                  </a:lnTo>
                  <a:lnTo>
                    <a:pt x="2900" y="3383"/>
                  </a:lnTo>
                  <a:lnTo>
                    <a:pt x="2935" y="3339"/>
                  </a:lnTo>
                  <a:lnTo>
                    <a:pt x="2895" y="3287"/>
                  </a:lnTo>
                  <a:lnTo>
                    <a:pt x="2808" y="3196"/>
                  </a:lnTo>
                  <a:lnTo>
                    <a:pt x="2717" y="3121"/>
                  </a:lnTo>
                  <a:lnTo>
                    <a:pt x="2623" y="3063"/>
                  </a:lnTo>
                  <a:lnTo>
                    <a:pt x="2525" y="3021"/>
                  </a:lnTo>
                  <a:lnTo>
                    <a:pt x="2426" y="2996"/>
                  </a:lnTo>
                  <a:lnTo>
                    <a:pt x="2323" y="2989"/>
                  </a:lnTo>
                  <a:lnTo>
                    <a:pt x="2221" y="2999"/>
                  </a:lnTo>
                  <a:lnTo>
                    <a:pt x="2169" y="3011"/>
                  </a:lnTo>
                  <a:lnTo>
                    <a:pt x="2117" y="3026"/>
                  </a:lnTo>
                  <a:lnTo>
                    <a:pt x="2019" y="3072"/>
                  </a:lnTo>
                  <a:lnTo>
                    <a:pt x="1929" y="3131"/>
                  </a:lnTo>
                  <a:lnTo>
                    <a:pt x="1849" y="3204"/>
                  </a:lnTo>
                  <a:lnTo>
                    <a:pt x="1781" y="3288"/>
                  </a:lnTo>
                  <a:lnTo>
                    <a:pt x="1727" y="3380"/>
                  </a:lnTo>
                  <a:lnTo>
                    <a:pt x="1687" y="3480"/>
                  </a:lnTo>
                  <a:lnTo>
                    <a:pt x="1663" y="3585"/>
                  </a:lnTo>
                  <a:lnTo>
                    <a:pt x="1660" y="3638"/>
                  </a:lnTo>
                  <a:lnTo>
                    <a:pt x="1470" y="3629"/>
                  </a:lnTo>
                  <a:lnTo>
                    <a:pt x="1474" y="3571"/>
                  </a:lnTo>
                  <a:lnTo>
                    <a:pt x="1496" y="3458"/>
                  </a:lnTo>
                  <a:lnTo>
                    <a:pt x="1534" y="3349"/>
                  </a:lnTo>
                  <a:lnTo>
                    <a:pt x="1584" y="3245"/>
                  </a:lnTo>
                  <a:lnTo>
                    <a:pt x="1649" y="3149"/>
                  </a:lnTo>
                  <a:lnTo>
                    <a:pt x="1724" y="3063"/>
                  </a:lnTo>
                  <a:lnTo>
                    <a:pt x="1811" y="2985"/>
                  </a:lnTo>
                  <a:lnTo>
                    <a:pt x="1906" y="2919"/>
                  </a:lnTo>
                  <a:lnTo>
                    <a:pt x="1956" y="2891"/>
                  </a:lnTo>
                  <a:lnTo>
                    <a:pt x="1937" y="2840"/>
                  </a:lnTo>
                  <a:lnTo>
                    <a:pt x="1907" y="2736"/>
                  </a:lnTo>
                  <a:lnTo>
                    <a:pt x="1886" y="2635"/>
                  </a:lnTo>
                  <a:lnTo>
                    <a:pt x="1876" y="2536"/>
                  </a:lnTo>
                  <a:lnTo>
                    <a:pt x="1873" y="2440"/>
                  </a:lnTo>
                  <a:lnTo>
                    <a:pt x="1881" y="2347"/>
                  </a:lnTo>
                  <a:lnTo>
                    <a:pt x="1895" y="2258"/>
                  </a:lnTo>
                  <a:lnTo>
                    <a:pt x="1919" y="2172"/>
                  </a:lnTo>
                  <a:lnTo>
                    <a:pt x="1949" y="2090"/>
                  </a:lnTo>
                  <a:lnTo>
                    <a:pt x="1985" y="2014"/>
                  </a:lnTo>
                  <a:lnTo>
                    <a:pt x="2028" y="1941"/>
                  </a:lnTo>
                  <a:lnTo>
                    <a:pt x="2077" y="1874"/>
                  </a:lnTo>
                  <a:lnTo>
                    <a:pt x="2131" y="1812"/>
                  </a:lnTo>
                  <a:lnTo>
                    <a:pt x="2190" y="1755"/>
                  </a:lnTo>
                  <a:lnTo>
                    <a:pt x="2253" y="1704"/>
                  </a:lnTo>
                  <a:lnTo>
                    <a:pt x="2321" y="1659"/>
                  </a:lnTo>
                  <a:lnTo>
                    <a:pt x="2356" y="1639"/>
                  </a:lnTo>
                  <a:lnTo>
                    <a:pt x="2385" y="1624"/>
                  </a:lnTo>
                  <a:lnTo>
                    <a:pt x="2454" y="1594"/>
                  </a:lnTo>
                  <a:lnTo>
                    <a:pt x="2529" y="1569"/>
                  </a:lnTo>
                  <a:lnTo>
                    <a:pt x="2612" y="1549"/>
                  </a:lnTo>
                  <a:lnTo>
                    <a:pt x="2699" y="1533"/>
                  </a:lnTo>
                  <a:lnTo>
                    <a:pt x="2790" y="1524"/>
                  </a:lnTo>
                  <a:lnTo>
                    <a:pt x="2884" y="1521"/>
                  </a:lnTo>
                  <a:lnTo>
                    <a:pt x="2980" y="1527"/>
                  </a:lnTo>
                  <a:lnTo>
                    <a:pt x="3028" y="1533"/>
                  </a:lnTo>
                  <a:lnTo>
                    <a:pt x="3006" y="1471"/>
                  </a:lnTo>
                  <a:lnTo>
                    <a:pt x="2953" y="1361"/>
                  </a:lnTo>
                  <a:lnTo>
                    <a:pt x="2893" y="1264"/>
                  </a:lnTo>
                  <a:lnTo>
                    <a:pt x="2827" y="1181"/>
                  </a:lnTo>
                  <a:lnTo>
                    <a:pt x="2756" y="1111"/>
                  </a:lnTo>
                  <a:lnTo>
                    <a:pt x="2680" y="1051"/>
                  </a:lnTo>
                  <a:lnTo>
                    <a:pt x="2600" y="1003"/>
                  </a:lnTo>
                  <a:lnTo>
                    <a:pt x="2518" y="965"/>
                  </a:lnTo>
                  <a:lnTo>
                    <a:pt x="2432" y="937"/>
                  </a:lnTo>
                  <a:lnTo>
                    <a:pt x="2346" y="916"/>
                  </a:lnTo>
                  <a:lnTo>
                    <a:pt x="2218" y="898"/>
                  </a:lnTo>
                  <a:lnTo>
                    <a:pt x="2051" y="895"/>
                  </a:lnTo>
                  <a:lnTo>
                    <a:pt x="1897" y="910"/>
                  </a:lnTo>
                  <a:lnTo>
                    <a:pt x="1828" y="921"/>
                  </a:lnTo>
                  <a:lnTo>
                    <a:pt x="1669" y="950"/>
                  </a:lnTo>
                  <a:lnTo>
                    <a:pt x="1722" y="797"/>
                  </a:lnTo>
                  <a:lnTo>
                    <a:pt x="1728" y="775"/>
                  </a:lnTo>
                  <a:lnTo>
                    <a:pt x="1737" y="728"/>
                  </a:lnTo>
                  <a:lnTo>
                    <a:pt x="1740" y="654"/>
                  </a:lnTo>
                  <a:lnTo>
                    <a:pt x="1722" y="548"/>
                  </a:lnTo>
                  <a:lnTo>
                    <a:pt x="1682" y="438"/>
                  </a:lnTo>
                  <a:lnTo>
                    <a:pt x="1653" y="383"/>
                  </a:lnTo>
                  <a:lnTo>
                    <a:pt x="1632" y="348"/>
                  </a:lnTo>
                  <a:lnTo>
                    <a:pt x="1586" y="284"/>
                  </a:lnTo>
                  <a:lnTo>
                    <a:pt x="1532" y="224"/>
                  </a:lnTo>
                  <a:lnTo>
                    <a:pt x="1475" y="171"/>
                  </a:lnTo>
                  <a:lnTo>
                    <a:pt x="1412" y="124"/>
                  </a:lnTo>
                  <a:lnTo>
                    <a:pt x="1346" y="84"/>
                  </a:lnTo>
                  <a:lnTo>
                    <a:pt x="1277" y="52"/>
                  </a:lnTo>
                  <a:lnTo>
                    <a:pt x="1205" y="28"/>
                  </a:lnTo>
                  <a:lnTo>
                    <a:pt x="1168" y="19"/>
                  </a:lnTo>
                  <a:lnTo>
                    <a:pt x="1107" y="9"/>
                  </a:lnTo>
                  <a:lnTo>
                    <a:pt x="988" y="0"/>
                  </a:lnTo>
                  <a:lnTo>
                    <a:pt x="869" y="4"/>
                  </a:lnTo>
                  <a:lnTo>
                    <a:pt x="754" y="19"/>
                  </a:lnTo>
                  <a:lnTo>
                    <a:pt x="642" y="43"/>
                  </a:lnTo>
                  <a:lnTo>
                    <a:pt x="537" y="74"/>
                  </a:lnTo>
                  <a:lnTo>
                    <a:pt x="394" y="126"/>
                  </a:lnTo>
                  <a:lnTo>
                    <a:pt x="314" y="162"/>
                  </a:lnTo>
                  <a:lnTo>
                    <a:pt x="282" y="192"/>
                  </a:lnTo>
                  <a:lnTo>
                    <a:pt x="221" y="260"/>
                  </a:lnTo>
                  <a:lnTo>
                    <a:pt x="165" y="339"/>
                  </a:lnTo>
                  <a:lnTo>
                    <a:pt x="117" y="426"/>
                  </a:lnTo>
                  <a:lnTo>
                    <a:pt x="76" y="522"/>
                  </a:lnTo>
                  <a:lnTo>
                    <a:pt x="43" y="622"/>
                  </a:lnTo>
                  <a:lnTo>
                    <a:pt x="19" y="728"/>
                  </a:lnTo>
                  <a:lnTo>
                    <a:pt x="4" y="838"/>
                  </a:lnTo>
                  <a:lnTo>
                    <a:pt x="0" y="950"/>
                  </a:lnTo>
                  <a:lnTo>
                    <a:pt x="7" y="1063"/>
                  </a:lnTo>
                  <a:lnTo>
                    <a:pt x="26" y="1175"/>
                  </a:lnTo>
                  <a:lnTo>
                    <a:pt x="59" y="1287"/>
                  </a:lnTo>
                  <a:lnTo>
                    <a:pt x="104" y="1396"/>
                  </a:lnTo>
                  <a:lnTo>
                    <a:pt x="164" y="1501"/>
                  </a:lnTo>
                  <a:lnTo>
                    <a:pt x="238" y="1601"/>
                  </a:lnTo>
                  <a:lnTo>
                    <a:pt x="328" y="1694"/>
                  </a:lnTo>
                  <a:lnTo>
                    <a:pt x="382" y="1738"/>
                  </a:lnTo>
                  <a:lnTo>
                    <a:pt x="358" y="1782"/>
                  </a:lnTo>
                  <a:lnTo>
                    <a:pt x="327" y="1873"/>
                  </a:lnTo>
                  <a:lnTo>
                    <a:pt x="313" y="1963"/>
                  </a:lnTo>
                  <a:lnTo>
                    <a:pt x="314" y="2052"/>
                  </a:lnTo>
                  <a:lnTo>
                    <a:pt x="328" y="2138"/>
                  </a:lnTo>
                  <a:lnTo>
                    <a:pt x="354" y="2224"/>
                  </a:lnTo>
                  <a:lnTo>
                    <a:pt x="388" y="2306"/>
                  </a:lnTo>
                  <a:lnTo>
                    <a:pt x="431" y="2383"/>
                  </a:lnTo>
                  <a:lnTo>
                    <a:pt x="503" y="2492"/>
                  </a:lnTo>
                  <a:lnTo>
                    <a:pt x="607" y="2618"/>
                  </a:lnTo>
                  <a:lnTo>
                    <a:pt x="707" y="2716"/>
                  </a:lnTo>
                  <a:lnTo>
                    <a:pt x="786" y="2783"/>
                  </a:lnTo>
                  <a:lnTo>
                    <a:pt x="811" y="2799"/>
                  </a:lnTo>
                  <a:lnTo>
                    <a:pt x="814" y="2884"/>
                  </a:lnTo>
                  <a:lnTo>
                    <a:pt x="835" y="3046"/>
                  </a:lnTo>
                  <a:lnTo>
                    <a:pt x="871" y="3197"/>
                  </a:lnTo>
                  <a:lnTo>
                    <a:pt x="925" y="3339"/>
                  </a:lnTo>
                  <a:lnTo>
                    <a:pt x="991" y="3471"/>
                  </a:lnTo>
                  <a:lnTo>
                    <a:pt x="1067" y="3591"/>
                  </a:lnTo>
                  <a:lnTo>
                    <a:pt x="1155" y="3702"/>
                  </a:lnTo>
                  <a:lnTo>
                    <a:pt x="1250" y="3800"/>
                  </a:lnTo>
                  <a:lnTo>
                    <a:pt x="1352" y="3887"/>
                  </a:lnTo>
                  <a:lnTo>
                    <a:pt x="1459" y="3962"/>
                  </a:lnTo>
                  <a:lnTo>
                    <a:pt x="1569" y="4026"/>
                  </a:lnTo>
                  <a:lnTo>
                    <a:pt x="1680" y="4076"/>
                  </a:lnTo>
                  <a:lnTo>
                    <a:pt x="1790" y="4114"/>
                  </a:lnTo>
                  <a:lnTo>
                    <a:pt x="1899" y="4138"/>
                  </a:lnTo>
                  <a:lnTo>
                    <a:pt x="2004" y="4150"/>
                  </a:lnTo>
                  <a:lnTo>
                    <a:pt x="2104" y="4147"/>
                  </a:lnTo>
                  <a:lnTo>
                    <a:pt x="2151" y="4140"/>
                  </a:lnTo>
                  <a:lnTo>
                    <a:pt x="2174" y="4182"/>
                  </a:lnTo>
                  <a:lnTo>
                    <a:pt x="2230" y="4267"/>
                  </a:lnTo>
                  <a:lnTo>
                    <a:pt x="2293" y="4346"/>
                  </a:lnTo>
                  <a:lnTo>
                    <a:pt x="2366" y="4421"/>
                  </a:lnTo>
                  <a:lnTo>
                    <a:pt x="2445" y="4492"/>
                  </a:lnTo>
                  <a:lnTo>
                    <a:pt x="2532" y="4560"/>
                  </a:lnTo>
                  <a:lnTo>
                    <a:pt x="2625" y="4620"/>
                  </a:lnTo>
                  <a:lnTo>
                    <a:pt x="2722" y="4678"/>
                  </a:lnTo>
                  <a:lnTo>
                    <a:pt x="2826" y="4728"/>
                  </a:lnTo>
                  <a:lnTo>
                    <a:pt x="2932" y="4772"/>
                  </a:lnTo>
                  <a:lnTo>
                    <a:pt x="3042" y="4810"/>
                  </a:lnTo>
                  <a:lnTo>
                    <a:pt x="3155" y="4841"/>
                  </a:lnTo>
                  <a:lnTo>
                    <a:pt x="3269" y="4865"/>
                  </a:lnTo>
                  <a:lnTo>
                    <a:pt x="3386" y="4882"/>
                  </a:lnTo>
                  <a:lnTo>
                    <a:pt x="3501" y="4890"/>
                  </a:lnTo>
                  <a:lnTo>
                    <a:pt x="3618" y="4891"/>
                  </a:lnTo>
                  <a:lnTo>
                    <a:pt x="3732" y="4884"/>
                  </a:lnTo>
                  <a:lnTo>
                    <a:pt x="3845" y="4867"/>
                  </a:lnTo>
                  <a:lnTo>
                    <a:pt x="3955" y="4841"/>
                  </a:lnTo>
                  <a:lnTo>
                    <a:pt x="4063" y="4806"/>
                  </a:lnTo>
                  <a:lnTo>
                    <a:pt x="4166" y="4760"/>
                  </a:lnTo>
                  <a:lnTo>
                    <a:pt x="4265" y="4705"/>
                  </a:lnTo>
                  <a:lnTo>
                    <a:pt x="4358" y="4639"/>
                  </a:lnTo>
                  <a:lnTo>
                    <a:pt x="4445" y="4561"/>
                  </a:lnTo>
                  <a:lnTo>
                    <a:pt x="4525" y="4473"/>
                  </a:lnTo>
                  <a:lnTo>
                    <a:pt x="4598" y="4373"/>
                  </a:lnTo>
                  <a:lnTo>
                    <a:pt x="4663" y="4260"/>
                  </a:lnTo>
                  <a:lnTo>
                    <a:pt x="4718" y="4136"/>
                  </a:lnTo>
                  <a:lnTo>
                    <a:pt x="4765" y="3998"/>
                  </a:lnTo>
                  <a:lnTo>
                    <a:pt x="4800" y="3848"/>
                  </a:lnTo>
                  <a:lnTo>
                    <a:pt x="4825" y="3685"/>
                  </a:lnTo>
                  <a:lnTo>
                    <a:pt x="4838" y="3507"/>
                  </a:lnTo>
                  <a:lnTo>
                    <a:pt x="4838" y="3412"/>
                  </a:lnTo>
                  <a:lnTo>
                    <a:pt x="4838" y="1073"/>
                  </a:lnTo>
                  <a:lnTo>
                    <a:pt x="4778" y="1039"/>
                  </a:lnTo>
                  <a:lnTo>
                    <a:pt x="4656" y="984"/>
                  </a:lnTo>
                  <a:lnTo>
                    <a:pt x="4533" y="942"/>
                  </a:lnTo>
                  <a:lnTo>
                    <a:pt x="4409" y="915"/>
                  </a:lnTo>
                  <a:lnTo>
                    <a:pt x="4285" y="903"/>
                  </a:lnTo>
                  <a:lnTo>
                    <a:pt x="4164" y="906"/>
                  </a:lnTo>
                  <a:lnTo>
                    <a:pt x="4043" y="923"/>
                  </a:lnTo>
                  <a:lnTo>
                    <a:pt x="3925" y="956"/>
                  </a:lnTo>
                  <a:lnTo>
                    <a:pt x="3868" y="98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F4E8726-41BC-4B2D-BC4C-57893106B64E}"/>
              </a:ext>
            </a:extLst>
          </p:cNvPr>
          <p:cNvSpPr/>
          <p:nvPr/>
        </p:nvSpPr>
        <p:spPr>
          <a:xfrm>
            <a:off x="8070092" y="2022055"/>
            <a:ext cx="304762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JO" sz="2800" dirty="0">
                <a:solidFill>
                  <a:srgbClr val="002060"/>
                </a:solidFill>
              </a:rPr>
              <a:t>هل يتناقض أم يتعارض</a:t>
            </a:r>
          </a:p>
          <a:p>
            <a:pPr algn="ctr"/>
            <a:r>
              <a:rPr lang="ar-JO" sz="2800" dirty="0">
                <a:solidFill>
                  <a:srgbClr val="002060"/>
                </a:solidFill>
              </a:rPr>
              <a:t> العقل والنقل «الوحي» 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6C0A3D-2D3B-4436-99C4-F0A730410D96}"/>
              </a:ext>
            </a:extLst>
          </p:cNvPr>
          <p:cNvSpPr/>
          <p:nvPr/>
        </p:nvSpPr>
        <p:spPr>
          <a:xfrm>
            <a:off x="8441998" y="4734158"/>
            <a:ext cx="2501006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JO" sz="2800" dirty="0">
                <a:solidFill>
                  <a:srgbClr val="002060"/>
                </a:solidFill>
              </a:rPr>
              <a:t>هل يستطيع العقل</a:t>
            </a:r>
          </a:p>
          <a:p>
            <a:pPr algn="ctr"/>
            <a:r>
              <a:rPr lang="ar-JO" sz="2800" dirty="0">
                <a:solidFill>
                  <a:srgbClr val="002060"/>
                </a:solidFill>
              </a:rPr>
              <a:t> أن يحكم على النقل؟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4296E3-011D-4B59-85B3-AECD23D5D855}"/>
              </a:ext>
            </a:extLst>
          </p:cNvPr>
          <p:cNvSpPr/>
          <p:nvPr/>
        </p:nvSpPr>
        <p:spPr>
          <a:xfrm>
            <a:off x="547121" y="2499108"/>
            <a:ext cx="3823483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JO" sz="2800" dirty="0">
                <a:solidFill>
                  <a:srgbClr val="002060"/>
                </a:solidFill>
              </a:rPr>
              <a:t>هل للعقل الحكم في غير</a:t>
            </a:r>
          </a:p>
          <a:p>
            <a:pPr algn="ctr"/>
            <a:r>
              <a:rPr lang="ar-JO" sz="2800" dirty="0">
                <a:solidFill>
                  <a:srgbClr val="002060"/>
                </a:solidFill>
              </a:rPr>
              <a:t> </a:t>
            </a:r>
            <a:r>
              <a:rPr lang="ar-JO" sz="2800" dirty="0">
                <a:solidFill>
                  <a:schemeClr val="accent2">
                    <a:lumMod val="75000"/>
                  </a:schemeClr>
                </a:solidFill>
              </a:rPr>
              <a:t>(الواجب والمستحيل) </a:t>
            </a:r>
          </a:p>
          <a:p>
            <a:pPr algn="ctr"/>
            <a:r>
              <a:rPr lang="ar-JO" sz="2800" dirty="0">
                <a:solidFill>
                  <a:srgbClr val="002060"/>
                </a:solidFill>
              </a:rPr>
              <a:t>أم له أن يحكم في </a:t>
            </a:r>
            <a:r>
              <a:rPr lang="ar-JO" sz="2800" dirty="0">
                <a:solidFill>
                  <a:schemeClr val="accent2">
                    <a:lumMod val="75000"/>
                  </a:schemeClr>
                </a:solidFill>
              </a:rPr>
              <a:t>«الممكنات» </a:t>
            </a:r>
            <a:r>
              <a:rPr lang="ar-JO" sz="2800" dirty="0">
                <a:solidFill>
                  <a:srgbClr val="002060"/>
                </a:solidFill>
              </a:rPr>
              <a:t>؟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170916-45D6-49CE-84C0-C90657508AF2}"/>
              </a:ext>
            </a:extLst>
          </p:cNvPr>
          <p:cNvSpPr/>
          <p:nvPr/>
        </p:nvSpPr>
        <p:spPr>
          <a:xfrm>
            <a:off x="384519" y="4757143"/>
            <a:ext cx="37657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JO" sz="2800" dirty="0">
                <a:solidFill>
                  <a:srgbClr val="002060"/>
                </a:solidFill>
              </a:rPr>
              <a:t>ما وظيفة كل من العقل والنقل ؟</a:t>
            </a:r>
          </a:p>
        </p:txBody>
      </p:sp>
    </p:spTree>
    <p:extLst>
      <p:ext uri="{BB962C8B-B14F-4D97-AF65-F5344CB8AC3E}">
        <p14:creationId xmlns:p14="http://schemas.microsoft.com/office/powerpoint/2010/main" val="2638450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05" y="8275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E8830FE-A040-4B68-8F4D-314D0FE7EAB9}"/>
              </a:ext>
            </a:extLst>
          </p:cNvPr>
          <p:cNvSpPr/>
          <p:nvPr/>
        </p:nvSpPr>
        <p:spPr>
          <a:xfrm>
            <a:off x="657256" y="525567"/>
            <a:ext cx="97296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JO" sz="7200" b="1" dirty="0">
                <a:solidFill>
                  <a:srgbClr val="002060"/>
                </a:solidFill>
              </a:rPr>
              <a:t>ما هي النفس؟ </a:t>
            </a:r>
            <a:endParaRPr lang="en-US" sz="7200" b="1" dirty="0">
              <a:solidFill>
                <a:srgbClr val="00206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  <p:grpSp>
        <p:nvGrpSpPr>
          <p:cNvPr id="10" name="Google Shape;1417;p31">
            <a:extLst>
              <a:ext uri="{FF2B5EF4-FFF2-40B4-BE49-F238E27FC236}">
                <a16:creationId xmlns:a16="http://schemas.microsoft.com/office/drawing/2014/main" id="{5171C4E9-D486-436A-846C-55ED94CC4EA7}"/>
              </a:ext>
            </a:extLst>
          </p:cNvPr>
          <p:cNvGrpSpPr/>
          <p:nvPr/>
        </p:nvGrpSpPr>
        <p:grpSpPr>
          <a:xfrm>
            <a:off x="4249560" y="2452685"/>
            <a:ext cx="3200779" cy="3138746"/>
            <a:chOff x="3186114" y="1348185"/>
            <a:chExt cx="2807007" cy="2760920"/>
          </a:xfrm>
        </p:grpSpPr>
        <p:sp>
          <p:nvSpPr>
            <p:cNvPr id="11" name="Google Shape;1418;p31">
              <a:extLst>
                <a:ext uri="{FF2B5EF4-FFF2-40B4-BE49-F238E27FC236}">
                  <a16:creationId xmlns:a16="http://schemas.microsoft.com/office/drawing/2014/main" id="{FC2D47F7-A571-4CC7-AE89-5FAC9B41EAE0}"/>
                </a:ext>
              </a:extLst>
            </p:cNvPr>
            <p:cNvSpPr/>
            <p:nvPr/>
          </p:nvSpPr>
          <p:spPr>
            <a:xfrm>
              <a:off x="3308398" y="1390474"/>
              <a:ext cx="2582201" cy="2665604"/>
            </a:xfrm>
            <a:custGeom>
              <a:avLst/>
              <a:gdLst/>
              <a:ahLst/>
              <a:cxnLst/>
              <a:rect l="l" t="t" r="r" b="b"/>
              <a:pathLst>
                <a:path w="39444" h="40718" extrusionOk="0">
                  <a:moveTo>
                    <a:pt x="19722" y="0"/>
                  </a:moveTo>
                  <a:cubicBezTo>
                    <a:pt x="8830" y="0"/>
                    <a:pt x="0" y="9115"/>
                    <a:pt x="0" y="20358"/>
                  </a:cubicBezTo>
                  <a:cubicBezTo>
                    <a:pt x="0" y="31602"/>
                    <a:pt x="8830" y="40717"/>
                    <a:pt x="19722" y="40717"/>
                  </a:cubicBezTo>
                  <a:cubicBezTo>
                    <a:pt x="30614" y="40717"/>
                    <a:pt x="39444" y="31602"/>
                    <a:pt x="39444" y="20358"/>
                  </a:cubicBezTo>
                  <a:cubicBezTo>
                    <a:pt x="39444" y="9115"/>
                    <a:pt x="30614" y="0"/>
                    <a:pt x="197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420;p31">
              <a:extLst>
                <a:ext uri="{FF2B5EF4-FFF2-40B4-BE49-F238E27FC236}">
                  <a16:creationId xmlns:a16="http://schemas.microsoft.com/office/drawing/2014/main" id="{BE621253-A903-4A1F-BA00-D50CA3C8A706}"/>
                </a:ext>
              </a:extLst>
            </p:cNvPr>
            <p:cNvSpPr/>
            <p:nvPr/>
          </p:nvSpPr>
          <p:spPr>
            <a:xfrm>
              <a:off x="3186114" y="1348185"/>
              <a:ext cx="2773425" cy="2744096"/>
            </a:xfrm>
            <a:custGeom>
              <a:avLst/>
              <a:gdLst/>
              <a:ahLst/>
              <a:cxnLst/>
              <a:rect l="l" t="t" r="r" b="b"/>
              <a:pathLst>
                <a:path w="42365" h="41917" fill="none" extrusionOk="0">
                  <a:moveTo>
                    <a:pt x="24929" y="15921"/>
                  </a:moveTo>
                  <a:lnTo>
                    <a:pt x="24932" y="16934"/>
                  </a:lnTo>
                  <a:cubicBezTo>
                    <a:pt x="24932" y="17160"/>
                    <a:pt x="24750" y="17341"/>
                    <a:pt x="24525" y="17341"/>
                  </a:cubicBezTo>
                  <a:lnTo>
                    <a:pt x="23212" y="17341"/>
                  </a:lnTo>
                  <a:cubicBezTo>
                    <a:pt x="22990" y="17341"/>
                    <a:pt x="22809" y="17522"/>
                    <a:pt x="22809" y="17745"/>
                  </a:cubicBezTo>
                  <a:lnTo>
                    <a:pt x="22809" y="19057"/>
                  </a:lnTo>
                  <a:cubicBezTo>
                    <a:pt x="22809" y="19282"/>
                    <a:pt x="22627" y="19465"/>
                    <a:pt x="22402" y="19465"/>
                  </a:cubicBezTo>
                  <a:lnTo>
                    <a:pt x="20715" y="19465"/>
                  </a:lnTo>
                  <a:cubicBezTo>
                    <a:pt x="20490" y="19465"/>
                    <a:pt x="20308" y="19282"/>
                    <a:pt x="20308" y="19057"/>
                  </a:cubicBezTo>
                  <a:lnTo>
                    <a:pt x="20308" y="17745"/>
                  </a:lnTo>
                  <a:cubicBezTo>
                    <a:pt x="20308" y="17522"/>
                    <a:pt x="20127" y="17341"/>
                    <a:pt x="19905" y="17341"/>
                  </a:cubicBezTo>
                  <a:lnTo>
                    <a:pt x="18592" y="17341"/>
                  </a:lnTo>
                  <a:cubicBezTo>
                    <a:pt x="18367" y="17341"/>
                    <a:pt x="18185" y="17160"/>
                    <a:pt x="18185" y="16934"/>
                  </a:cubicBezTo>
                  <a:lnTo>
                    <a:pt x="18185" y="15248"/>
                  </a:lnTo>
                  <a:cubicBezTo>
                    <a:pt x="18185" y="15022"/>
                    <a:pt x="18367" y="14840"/>
                    <a:pt x="18592" y="14840"/>
                  </a:cubicBezTo>
                  <a:lnTo>
                    <a:pt x="19905" y="14840"/>
                  </a:lnTo>
                  <a:cubicBezTo>
                    <a:pt x="20127" y="14840"/>
                    <a:pt x="20308" y="14660"/>
                    <a:pt x="20308" y="14437"/>
                  </a:cubicBezTo>
                  <a:lnTo>
                    <a:pt x="20308" y="13125"/>
                  </a:lnTo>
                  <a:cubicBezTo>
                    <a:pt x="20308" y="12900"/>
                    <a:pt x="20490" y="12717"/>
                    <a:pt x="20715" y="12717"/>
                  </a:cubicBezTo>
                  <a:lnTo>
                    <a:pt x="22402" y="12717"/>
                  </a:lnTo>
                  <a:cubicBezTo>
                    <a:pt x="22627" y="12717"/>
                    <a:pt x="22809" y="12900"/>
                    <a:pt x="22809" y="13125"/>
                  </a:cubicBezTo>
                  <a:lnTo>
                    <a:pt x="22809" y="14437"/>
                  </a:lnTo>
                  <a:cubicBezTo>
                    <a:pt x="22809" y="14660"/>
                    <a:pt x="22990" y="14840"/>
                    <a:pt x="23212" y="14840"/>
                  </a:cubicBezTo>
                  <a:lnTo>
                    <a:pt x="24927" y="14840"/>
                  </a:lnTo>
                  <a:cubicBezTo>
                    <a:pt x="26897" y="14840"/>
                    <a:pt x="26835" y="16180"/>
                    <a:pt x="26835" y="16804"/>
                  </a:cubicBezTo>
                  <a:cubicBezTo>
                    <a:pt x="26835" y="20097"/>
                    <a:pt x="24165" y="22766"/>
                    <a:pt x="20873" y="22766"/>
                  </a:cubicBezTo>
                  <a:cubicBezTo>
                    <a:pt x="17214" y="22766"/>
                    <a:pt x="14249" y="19800"/>
                    <a:pt x="14249" y="16142"/>
                  </a:cubicBezTo>
                  <a:cubicBezTo>
                    <a:pt x="14249" y="12077"/>
                    <a:pt x="17544" y="8782"/>
                    <a:pt x="21609" y="8782"/>
                  </a:cubicBezTo>
                  <a:cubicBezTo>
                    <a:pt x="26126" y="8782"/>
                    <a:pt x="29787" y="12443"/>
                    <a:pt x="29787" y="16960"/>
                  </a:cubicBezTo>
                  <a:cubicBezTo>
                    <a:pt x="29787" y="20615"/>
                    <a:pt x="27449" y="23828"/>
                    <a:pt x="24262" y="25296"/>
                  </a:cubicBezTo>
                  <a:cubicBezTo>
                    <a:pt x="22611" y="26057"/>
                    <a:pt x="21575" y="27734"/>
                    <a:pt x="21575" y="29552"/>
                  </a:cubicBezTo>
                  <a:lnTo>
                    <a:pt x="21575" y="31096"/>
                  </a:lnTo>
                  <a:cubicBezTo>
                    <a:pt x="21575" y="33631"/>
                    <a:pt x="21171" y="34739"/>
                    <a:pt x="24025" y="34739"/>
                  </a:cubicBezTo>
                  <a:cubicBezTo>
                    <a:pt x="25984" y="34739"/>
                    <a:pt x="27556" y="35133"/>
                    <a:pt x="26766" y="32220"/>
                  </a:cubicBezTo>
                  <a:cubicBezTo>
                    <a:pt x="26298" y="30493"/>
                    <a:pt x="27876" y="29749"/>
                    <a:pt x="30121" y="27900"/>
                  </a:cubicBezTo>
                  <a:cubicBezTo>
                    <a:pt x="33329" y="25258"/>
                    <a:pt x="34000" y="22124"/>
                    <a:pt x="34000" y="18773"/>
                  </a:cubicBezTo>
                  <a:cubicBezTo>
                    <a:pt x="34000" y="11689"/>
                    <a:pt x="28256" y="5945"/>
                    <a:pt x="21171" y="5945"/>
                  </a:cubicBezTo>
                  <a:cubicBezTo>
                    <a:pt x="14244" y="5945"/>
                    <a:pt x="8599" y="11782"/>
                    <a:pt x="8350" y="18664"/>
                  </a:cubicBezTo>
                  <a:cubicBezTo>
                    <a:pt x="8338" y="19021"/>
                    <a:pt x="8265" y="19375"/>
                    <a:pt x="8134" y="19708"/>
                  </a:cubicBezTo>
                  <a:cubicBezTo>
                    <a:pt x="7396" y="21581"/>
                    <a:pt x="6455" y="22607"/>
                    <a:pt x="5954" y="23716"/>
                  </a:cubicBezTo>
                  <a:cubicBezTo>
                    <a:pt x="5726" y="24223"/>
                    <a:pt x="6292" y="24774"/>
                    <a:pt x="6893" y="24755"/>
                  </a:cubicBezTo>
                  <a:cubicBezTo>
                    <a:pt x="7689" y="24729"/>
                    <a:pt x="8354" y="24775"/>
                    <a:pt x="8557" y="24863"/>
                  </a:cubicBezTo>
                  <a:cubicBezTo>
                    <a:pt x="9949" y="25464"/>
                    <a:pt x="7420" y="32816"/>
                    <a:pt x="12366" y="32722"/>
                  </a:cubicBezTo>
                  <a:cubicBezTo>
                    <a:pt x="16685" y="32640"/>
                    <a:pt x="17791" y="34157"/>
                    <a:pt x="17570" y="36161"/>
                  </a:cubicBezTo>
                  <a:cubicBezTo>
                    <a:pt x="17060" y="40796"/>
                    <a:pt x="13353" y="41091"/>
                    <a:pt x="9801" y="39123"/>
                  </a:cubicBezTo>
                  <a:cubicBezTo>
                    <a:pt x="3688" y="35737"/>
                    <a:pt x="1" y="28770"/>
                    <a:pt x="1" y="21263"/>
                  </a:cubicBezTo>
                  <a:cubicBezTo>
                    <a:pt x="1" y="9514"/>
                    <a:pt x="9571" y="1"/>
                    <a:pt x="21341" y="93"/>
                  </a:cubicBezTo>
                  <a:cubicBezTo>
                    <a:pt x="32938" y="183"/>
                    <a:pt x="42364" y="9707"/>
                    <a:pt x="42341" y="21304"/>
                  </a:cubicBezTo>
                  <a:cubicBezTo>
                    <a:pt x="42321" y="31374"/>
                    <a:pt x="35271" y="39795"/>
                    <a:pt x="25837" y="41917"/>
                  </a:cubicBezTo>
                </a:path>
              </a:pathLst>
            </a:custGeom>
            <a:noFill/>
            <a:ln w="102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21;p31">
              <a:extLst>
                <a:ext uri="{FF2B5EF4-FFF2-40B4-BE49-F238E27FC236}">
                  <a16:creationId xmlns:a16="http://schemas.microsoft.com/office/drawing/2014/main" id="{DA071376-EEAE-4D57-9414-28BAD9EE968E}"/>
                </a:ext>
              </a:extLst>
            </p:cNvPr>
            <p:cNvSpPr/>
            <p:nvPr/>
          </p:nvSpPr>
          <p:spPr>
            <a:xfrm>
              <a:off x="3219696" y="1365009"/>
              <a:ext cx="2773425" cy="2744096"/>
            </a:xfrm>
            <a:custGeom>
              <a:avLst/>
              <a:gdLst/>
              <a:ahLst/>
              <a:cxnLst/>
              <a:rect l="l" t="t" r="r" b="b"/>
              <a:pathLst>
                <a:path w="42365" h="41917" fill="none" extrusionOk="0">
                  <a:moveTo>
                    <a:pt x="24930" y="15920"/>
                  </a:moveTo>
                  <a:lnTo>
                    <a:pt x="24932" y="16934"/>
                  </a:lnTo>
                  <a:cubicBezTo>
                    <a:pt x="24932" y="17159"/>
                    <a:pt x="24750" y="17341"/>
                    <a:pt x="24526" y="17341"/>
                  </a:cubicBezTo>
                  <a:lnTo>
                    <a:pt x="23212" y="17341"/>
                  </a:lnTo>
                  <a:cubicBezTo>
                    <a:pt x="22991" y="17341"/>
                    <a:pt x="22810" y="17522"/>
                    <a:pt x="22810" y="17744"/>
                  </a:cubicBezTo>
                  <a:lnTo>
                    <a:pt x="22810" y="19057"/>
                  </a:lnTo>
                  <a:cubicBezTo>
                    <a:pt x="22810" y="19282"/>
                    <a:pt x="22627" y="19465"/>
                    <a:pt x="22402" y="19465"/>
                  </a:cubicBezTo>
                  <a:lnTo>
                    <a:pt x="20715" y="19465"/>
                  </a:lnTo>
                  <a:cubicBezTo>
                    <a:pt x="20491" y="19465"/>
                    <a:pt x="20308" y="19282"/>
                    <a:pt x="20308" y="19057"/>
                  </a:cubicBezTo>
                  <a:lnTo>
                    <a:pt x="20308" y="17744"/>
                  </a:lnTo>
                  <a:cubicBezTo>
                    <a:pt x="20308" y="17522"/>
                    <a:pt x="20128" y="17341"/>
                    <a:pt x="19905" y="17341"/>
                  </a:cubicBezTo>
                  <a:lnTo>
                    <a:pt x="18593" y="17341"/>
                  </a:lnTo>
                  <a:cubicBezTo>
                    <a:pt x="18367" y="17341"/>
                    <a:pt x="18185" y="17159"/>
                    <a:pt x="18185" y="16934"/>
                  </a:cubicBezTo>
                  <a:lnTo>
                    <a:pt x="18185" y="15247"/>
                  </a:lnTo>
                  <a:cubicBezTo>
                    <a:pt x="18185" y="15022"/>
                    <a:pt x="18367" y="14840"/>
                    <a:pt x="18593" y="14840"/>
                  </a:cubicBezTo>
                  <a:lnTo>
                    <a:pt x="19905" y="14840"/>
                  </a:lnTo>
                  <a:cubicBezTo>
                    <a:pt x="20128" y="14840"/>
                    <a:pt x="20308" y="14660"/>
                    <a:pt x="20308" y="14437"/>
                  </a:cubicBezTo>
                  <a:lnTo>
                    <a:pt x="20308" y="13124"/>
                  </a:lnTo>
                  <a:cubicBezTo>
                    <a:pt x="20308" y="12899"/>
                    <a:pt x="20491" y="12717"/>
                    <a:pt x="20715" y="12717"/>
                  </a:cubicBezTo>
                  <a:lnTo>
                    <a:pt x="22402" y="12717"/>
                  </a:lnTo>
                  <a:cubicBezTo>
                    <a:pt x="22627" y="12717"/>
                    <a:pt x="22810" y="12899"/>
                    <a:pt x="22810" y="13124"/>
                  </a:cubicBezTo>
                  <a:lnTo>
                    <a:pt x="22810" y="14437"/>
                  </a:lnTo>
                  <a:cubicBezTo>
                    <a:pt x="22810" y="14660"/>
                    <a:pt x="22991" y="14840"/>
                    <a:pt x="23212" y="14840"/>
                  </a:cubicBezTo>
                  <a:lnTo>
                    <a:pt x="24927" y="14840"/>
                  </a:lnTo>
                  <a:cubicBezTo>
                    <a:pt x="26897" y="14840"/>
                    <a:pt x="26835" y="16180"/>
                    <a:pt x="26835" y="16804"/>
                  </a:cubicBezTo>
                  <a:cubicBezTo>
                    <a:pt x="26835" y="20097"/>
                    <a:pt x="24166" y="22766"/>
                    <a:pt x="20873" y="22766"/>
                  </a:cubicBezTo>
                  <a:cubicBezTo>
                    <a:pt x="17215" y="22766"/>
                    <a:pt x="14250" y="19800"/>
                    <a:pt x="14250" y="16141"/>
                  </a:cubicBezTo>
                  <a:cubicBezTo>
                    <a:pt x="14250" y="12077"/>
                    <a:pt x="17545" y="8782"/>
                    <a:pt x="21609" y="8782"/>
                  </a:cubicBezTo>
                  <a:cubicBezTo>
                    <a:pt x="26126" y="8782"/>
                    <a:pt x="29788" y="12443"/>
                    <a:pt x="29788" y="16959"/>
                  </a:cubicBezTo>
                  <a:cubicBezTo>
                    <a:pt x="29788" y="20614"/>
                    <a:pt x="27450" y="23828"/>
                    <a:pt x="24263" y="25296"/>
                  </a:cubicBezTo>
                  <a:cubicBezTo>
                    <a:pt x="22612" y="26057"/>
                    <a:pt x="21575" y="27733"/>
                    <a:pt x="21575" y="29552"/>
                  </a:cubicBezTo>
                  <a:lnTo>
                    <a:pt x="21575" y="31096"/>
                  </a:lnTo>
                  <a:cubicBezTo>
                    <a:pt x="21575" y="33630"/>
                    <a:pt x="21172" y="34738"/>
                    <a:pt x="24025" y="34738"/>
                  </a:cubicBezTo>
                  <a:cubicBezTo>
                    <a:pt x="25985" y="34738"/>
                    <a:pt x="27556" y="35133"/>
                    <a:pt x="26766" y="32219"/>
                  </a:cubicBezTo>
                  <a:cubicBezTo>
                    <a:pt x="26298" y="30492"/>
                    <a:pt x="27877" y="29748"/>
                    <a:pt x="30121" y="27900"/>
                  </a:cubicBezTo>
                  <a:cubicBezTo>
                    <a:pt x="33329" y="25258"/>
                    <a:pt x="34000" y="22124"/>
                    <a:pt x="34000" y="18773"/>
                  </a:cubicBezTo>
                  <a:cubicBezTo>
                    <a:pt x="34000" y="11688"/>
                    <a:pt x="28256" y="5945"/>
                    <a:pt x="21172" y="5945"/>
                  </a:cubicBezTo>
                  <a:cubicBezTo>
                    <a:pt x="14244" y="5945"/>
                    <a:pt x="8600" y="11782"/>
                    <a:pt x="8351" y="18664"/>
                  </a:cubicBezTo>
                  <a:cubicBezTo>
                    <a:pt x="8339" y="19021"/>
                    <a:pt x="8265" y="19375"/>
                    <a:pt x="8134" y="19707"/>
                  </a:cubicBezTo>
                  <a:cubicBezTo>
                    <a:pt x="7396" y="21580"/>
                    <a:pt x="6455" y="22607"/>
                    <a:pt x="5955" y="23716"/>
                  </a:cubicBezTo>
                  <a:cubicBezTo>
                    <a:pt x="5726" y="24222"/>
                    <a:pt x="6293" y="24774"/>
                    <a:pt x="6893" y="24755"/>
                  </a:cubicBezTo>
                  <a:cubicBezTo>
                    <a:pt x="7689" y="24729"/>
                    <a:pt x="8354" y="24775"/>
                    <a:pt x="8558" y="24862"/>
                  </a:cubicBezTo>
                  <a:cubicBezTo>
                    <a:pt x="9949" y="25464"/>
                    <a:pt x="7420" y="32816"/>
                    <a:pt x="12366" y="32722"/>
                  </a:cubicBezTo>
                  <a:cubicBezTo>
                    <a:pt x="16686" y="32640"/>
                    <a:pt x="17791" y="34157"/>
                    <a:pt x="17570" y="36161"/>
                  </a:cubicBezTo>
                  <a:cubicBezTo>
                    <a:pt x="17060" y="40795"/>
                    <a:pt x="13353" y="41090"/>
                    <a:pt x="9802" y="39123"/>
                  </a:cubicBezTo>
                  <a:cubicBezTo>
                    <a:pt x="3688" y="35736"/>
                    <a:pt x="1" y="28770"/>
                    <a:pt x="1" y="21262"/>
                  </a:cubicBezTo>
                  <a:cubicBezTo>
                    <a:pt x="1" y="9513"/>
                    <a:pt x="9571" y="1"/>
                    <a:pt x="21340" y="92"/>
                  </a:cubicBezTo>
                  <a:cubicBezTo>
                    <a:pt x="32938" y="183"/>
                    <a:pt x="42364" y="9706"/>
                    <a:pt x="42342" y="21304"/>
                  </a:cubicBezTo>
                  <a:cubicBezTo>
                    <a:pt x="42322" y="31374"/>
                    <a:pt x="35271" y="39795"/>
                    <a:pt x="25838" y="41916"/>
                  </a:cubicBezTo>
                </a:path>
              </a:pathLst>
            </a:custGeom>
            <a:noFill/>
            <a:ln w="1022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" name="Google Shape;1422;p31">
            <a:extLst>
              <a:ext uri="{FF2B5EF4-FFF2-40B4-BE49-F238E27FC236}">
                <a16:creationId xmlns:a16="http://schemas.microsoft.com/office/drawing/2014/main" id="{68C26A4C-DB97-4018-93C0-13DC7CA49732}"/>
              </a:ext>
            </a:extLst>
          </p:cNvPr>
          <p:cNvGrpSpPr/>
          <p:nvPr/>
        </p:nvGrpSpPr>
        <p:grpSpPr>
          <a:xfrm>
            <a:off x="6938204" y="3778558"/>
            <a:ext cx="702815" cy="668102"/>
            <a:chOff x="5567449" y="2674058"/>
            <a:chExt cx="616352" cy="587679"/>
          </a:xfrm>
        </p:grpSpPr>
        <p:sp>
          <p:nvSpPr>
            <p:cNvPr id="16" name="Google Shape;1423;p31">
              <a:extLst>
                <a:ext uri="{FF2B5EF4-FFF2-40B4-BE49-F238E27FC236}">
                  <a16:creationId xmlns:a16="http://schemas.microsoft.com/office/drawing/2014/main" id="{FA211544-5021-479D-BC3D-B12CB868AF7F}"/>
                </a:ext>
              </a:extLst>
            </p:cNvPr>
            <p:cNvSpPr/>
            <p:nvPr/>
          </p:nvSpPr>
          <p:spPr>
            <a:xfrm>
              <a:off x="5567449" y="2674058"/>
              <a:ext cx="578187" cy="578187"/>
            </a:xfrm>
            <a:custGeom>
              <a:avLst/>
              <a:gdLst/>
              <a:ahLst/>
              <a:cxnLst/>
              <a:rect l="l" t="t" r="r" b="b"/>
              <a:pathLst>
                <a:path w="8832" h="8832" extrusionOk="0">
                  <a:moveTo>
                    <a:pt x="4416" y="0"/>
                  </a:moveTo>
                  <a:cubicBezTo>
                    <a:pt x="1978" y="0"/>
                    <a:pt x="0" y="1977"/>
                    <a:pt x="0" y="4416"/>
                  </a:cubicBezTo>
                  <a:cubicBezTo>
                    <a:pt x="0" y="6855"/>
                    <a:pt x="1978" y="8832"/>
                    <a:pt x="4416" y="8832"/>
                  </a:cubicBezTo>
                  <a:cubicBezTo>
                    <a:pt x="6855" y="8832"/>
                    <a:pt x="8832" y="6855"/>
                    <a:pt x="8832" y="4416"/>
                  </a:cubicBezTo>
                  <a:cubicBezTo>
                    <a:pt x="8832" y="1977"/>
                    <a:pt x="6855" y="0"/>
                    <a:pt x="4416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24;p31">
              <a:extLst>
                <a:ext uri="{FF2B5EF4-FFF2-40B4-BE49-F238E27FC236}">
                  <a16:creationId xmlns:a16="http://schemas.microsoft.com/office/drawing/2014/main" id="{EF4351B4-6CD7-464E-9800-18CB77BEA733}"/>
                </a:ext>
              </a:extLst>
            </p:cNvPr>
            <p:cNvSpPr/>
            <p:nvPr/>
          </p:nvSpPr>
          <p:spPr>
            <a:xfrm>
              <a:off x="5605614" y="2683550"/>
              <a:ext cx="578187" cy="578187"/>
            </a:xfrm>
            <a:custGeom>
              <a:avLst/>
              <a:gdLst/>
              <a:ahLst/>
              <a:cxnLst/>
              <a:rect l="l" t="t" r="r" b="b"/>
              <a:pathLst>
                <a:path w="8832" h="8832" fill="none" extrusionOk="0">
                  <a:moveTo>
                    <a:pt x="8832" y="4416"/>
                  </a:moveTo>
                  <a:cubicBezTo>
                    <a:pt x="8832" y="6855"/>
                    <a:pt x="6855" y="8832"/>
                    <a:pt x="4417" y="8832"/>
                  </a:cubicBezTo>
                  <a:cubicBezTo>
                    <a:pt x="1978" y="8832"/>
                    <a:pt x="0" y="6855"/>
                    <a:pt x="0" y="4416"/>
                  </a:cubicBezTo>
                  <a:cubicBezTo>
                    <a:pt x="0" y="1977"/>
                    <a:pt x="1978" y="0"/>
                    <a:pt x="4417" y="0"/>
                  </a:cubicBezTo>
                  <a:cubicBezTo>
                    <a:pt x="6855" y="0"/>
                    <a:pt x="8832" y="1977"/>
                    <a:pt x="8832" y="4416"/>
                  </a:cubicBezTo>
                  <a:close/>
                </a:path>
              </a:pathLst>
            </a:custGeom>
            <a:noFill/>
            <a:ln w="10225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427;p31">
            <a:extLst>
              <a:ext uri="{FF2B5EF4-FFF2-40B4-BE49-F238E27FC236}">
                <a16:creationId xmlns:a16="http://schemas.microsoft.com/office/drawing/2014/main" id="{EB8F8E6B-17A9-469F-9018-515FC994EC5C}"/>
              </a:ext>
            </a:extLst>
          </p:cNvPr>
          <p:cNvGrpSpPr/>
          <p:nvPr/>
        </p:nvGrpSpPr>
        <p:grpSpPr>
          <a:xfrm>
            <a:off x="6115860" y="4962712"/>
            <a:ext cx="617417" cy="648973"/>
            <a:chOff x="4653918" y="3714777"/>
            <a:chExt cx="541460" cy="570853"/>
          </a:xfrm>
        </p:grpSpPr>
        <p:sp>
          <p:nvSpPr>
            <p:cNvPr id="20" name="Google Shape;1428;p31">
              <a:extLst>
                <a:ext uri="{FF2B5EF4-FFF2-40B4-BE49-F238E27FC236}">
                  <a16:creationId xmlns:a16="http://schemas.microsoft.com/office/drawing/2014/main" id="{B53CA227-9AD8-4040-A6AE-62D6C126E760}"/>
                </a:ext>
              </a:extLst>
            </p:cNvPr>
            <p:cNvSpPr/>
            <p:nvPr/>
          </p:nvSpPr>
          <p:spPr>
            <a:xfrm>
              <a:off x="4662755" y="3761583"/>
              <a:ext cx="532623" cy="524047"/>
            </a:xfrm>
            <a:custGeom>
              <a:avLst/>
              <a:gdLst/>
              <a:ahLst/>
              <a:cxnLst/>
              <a:rect l="l" t="t" r="r" b="b"/>
              <a:pathLst>
                <a:path w="8136" h="8005" extrusionOk="0">
                  <a:moveTo>
                    <a:pt x="4065" y="0"/>
                  </a:moveTo>
                  <a:cubicBezTo>
                    <a:pt x="1911" y="0"/>
                    <a:pt x="133" y="1714"/>
                    <a:pt x="68" y="3881"/>
                  </a:cubicBezTo>
                  <a:cubicBezTo>
                    <a:pt x="1" y="6091"/>
                    <a:pt x="1738" y="7936"/>
                    <a:pt x="3948" y="8003"/>
                  </a:cubicBezTo>
                  <a:cubicBezTo>
                    <a:pt x="3988" y="8004"/>
                    <a:pt x="4029" y="8004"/>
                    <a:pt x="4070" y="8004"/>
                  </a:cubicBezTo>
                  <a:cubicBezTo>
                    <a:pt x="6225" y="8004"/>
                    <a:pt x="8004" y="6290"/>
                    <a:pt x="8069" y="4122"/>
                  </a:cubicBezTo>
                  <a:cubicBezTo>
                    <a:pt x="8135" y="1913"/>
                    <a:pt x="6398" y="68"/>
                    <a:pt x="4188" y="2"/>
                  </a:cubicBezTo>
                  <a:cubicBezTo>
                    <a:pt x="4147" y="1"/>
                    <a:pt x="4106" y="0"/>
                    <a:pt x="4065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429;p31">
              <a:extLst>
                <a:ext uri="{FF2B5EF4-FFF2-40B4-BE49-F238E27FC236}">
                  <a16:creationId xmlns:a16="http://schemas.microsoft.com/office/drawing/2014/main" id="{F6828332-8A7B-4928-9174-BF8610BEA0CA}"/>
                </a:ext>
              </a:extLst>
            </p:cNvPr>
            <p:cNvSpPr/>
            <p:nvPr/>
          </p:nvSpPr>
          <p:spPr>
            <a:xfrm>
              <a:off x="4653918" y="3714777"/>
              <a:ext cx="532492" cy="532558"/>
            </a:xfrm>
            <a:custGeom>
              <a:avLst/>
              <a:gdLst/>
              <a:ahLst/>
              <a:cxnLst/>
              <a:rect l="l" t="t" r="r" b="b"/>
              <a:pathLst>
                <a:path w="8134" h="8135" fill="none" extrusionOk="0">
                  <a:moveTo>
                    <a:pt x="3947" y="8068"/>
                  </a:moveTo>
                  <a:cubicBezTo>
                    <a:pt x="1737" y="8002"/>
                    <a:pt x="1" y="6157"/>
                    <a:pt x="67" y="3947"/>
                  </a:cubicBezTo>
                  <a:cubicBezTo>
                    <a:pt x="133" y="1738"/>
                    <a:pt x="1978" y="0"/>
                    <a:pt x="4187" y="67"/>
                  </a:cubicBezTo>
                  <a:cubicBezTo>
                    <a:pt x="6397" y="133"/>
                    <a:pt x="8134" y="1978"/>
                    <a:pt x="8067" y="4188"/>
                  </a:cubicBezTo>
                  <a:cubicBezTo>
                    <a:pt x="8001" y="6397"/>
                    <a:pt x="6156" y="8134"/>
                    <a:pt x="3947" y="8068"/>
                  </a:cubicBezTo>
                  <a:close/>
                </a:path>
              </a:pathLst>
            </a:custGeom>
            <a:noFill/>
            <a:ln w="10225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1432;p31">
            <a:extLst>
              <a:ext uri="{FF2B5EF4-FFF2-40B4-BE49-F238E27FC236}">
                <a16:creationId xmlns:a16="http://schemas.microsoft.com/office/drawing/2014/main" id="{BDB81DB8-9B44-4D2B-9E11-B6A8BBF2F647}"/>
              </a:ext>
            </a:extLst>
          </p:cNvPr>
          <p:cNvGrpSpPr/>
          <p:nvPr/>
        </p:nvGrpSpPr>
        <p:grpSpPr>
          <a:xfrm>
            <a:off x="3944496" y="4170022"/>
            <a:ext cx="637945" cy="606182"/>
            <a:chOff x="2960202" y="3065522"/>
            <a:chExt cx="559463" cy="533213"/>
          </a:xfrm>
        </p:grpSpPr>
        <p:sp>
          <p:nvSpPr>
            <p:cNvPr id="24" name="Google Shape;1433;p31">
              <a:extLst>
                <a:ext uri="{FF2B5EF4-FFF2-40B4-BE49-F238E27FC236}">
                  <a16:creationId xmlns:a16="http://schemas.microsoft.com/office/drawing/2014/main" id="{CB1A49A0-16AD-4247-A8C5-221035EB1525}"/>
                </a:ext>
              </a:extLst>
            </p:cNvPr>
            <p:cNvSpPr/>
            <p:nvPr/>
          </p:nvSpPr>
          <p:spPr>
            <a:xfrm>
              <a:off x="3000724" y="3065522"/>
              <a:ext cx="518941" cy="519007"/>
            </a:xfrm>
            <a:custGeom>
              <a:avLst/>
              <a:gdLst/>
              <a:ahLst/>
              <a:cxnLst/>
              <a:rect l="l" t="t" r="r" b="b"/>
              <a:pathLst>
                <a:path w="7927" h="7928" extrusionOk="0">
                  <a:moveTo>
                    <a:pt x="3963" y="0"/>
                  </a:moveTo>
                  <a:cubicBezTo>
                    <a:pt x="1774" y="0"/>
                    <a:pt x="0" y="1775"/>
                    <a:pt x="0" y="3964"/>
                  </a:cubicBezTo>
                  <a:cubicBezTo>
                    <a:pt x="0" y="6153"/>
                    <a:pt x="1774" y="7927"/>
                    <a:pt x="3963" y="7927"/>
                  </a:cubicBezTo>
                  <a:cubicBezTo>
                    <a:pt x="6152" y="7927"/>
                    <a:pt x="7926" y="6153"/>
                    <a:pt x="7926" y="3964"/>
                  </a:cubicBezTo>
                  <a:cubicBezTo>
                    <a:pt x="7926" y="1775"/>
                    <a:pt x="6152" y="0"/>
                    <a:pt x="3963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34;p31">
              <a:extLst>
                <a:ext uri="{FF2B5EF4-FFF2-40B4-BE49-F238E27FC236}">
                  <a16:creationId xmlns:a16="http://schemas.microsoft.com/office/drawing/2014/main" id="{3CABBEA2-0811-4081-8AE5-231002C415FE}"/>
                </a:ext>
              </a:extLst>
            </p:cNvPr>
            <p:cNvSpPr/>
            <p:nvPr/>
          </p:nvSpPr>
          <p:spPr>
            <a:xfrm>
              <a:off x="2960202" y="3079728"/>
              <a:ext cx="519007" cy="519007"/>
            </a:xfrm>
            <a:custGeom>
              <a:avLst/>
              <a:gdLst/>
              <a:ahLst/>
              <a:cxnLst/>
              <a:rect l="l" t="t" r="r" b="b"/>
              <a:pathLst>
                <a:path w="7928" h="7928" fill="none" extrusionOk="0">
                  <a:moveTo>
                    <a:pt x="7927" y="3964"/>
                  </a:moveTo>
                  <a:cubicBezTo>
                    <a:pt x="7927" y="6153"/>
                    <a:pt x="6153" y="7928"/>
                    <a:pt x="3964" y="7928"/>
                  </a:cubicBezTo>
                  <a:cubicBezTo>
                    <a:pt x="1775" y="7928"/>
                    <a:pt x="1" y="6153"/>
                    <a:pt x="1" y="3964"/>
                  </a:cubicBezTo>
                  <a:cubicBezTo>
                    <a:pt x="1" y="1775"/>
                    <a:pt x="1775" y="1"/>
                    <a:pt x="3964" y="1"/>
                  </a:cubicBezTo>
                  <a:cubicBezTo>
                    <a:pt x="6153" y="1"/>
                    <a:pt x="7927" y="1775"/>
                    <a:pt x="7927" y="3964"/>
                  </a:cubicBezTo>
                  <a:close/>
                </a:path>
              </a:pathLst>
            </a:custGeom>
            <a:noFill/>
            <a:ln w="10225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1436;p31">
            <a:extLst>
              <a:ext uri="{FF2B5EF4-FFF2-40B4-BE49-F238E27FC236}">
                <a16:creationId xmlns:a16="http://schemas.microsoft.com/office/drawing/2014/main" id="{9A729EA2-3548-4015-9F06-1A904FFA62DA}"/>
              </a:ext>
            </a:extLst>
          </p:cNvPr>
          <p:cNvGrpSpPr/>
          <p:nvPr/>
        </p:nvGrpSpPr>
        <p:grpSpPr>
          <a:xfrm>
            <a:off x="4543898" y="2546035"/>
            <a:ext cx="707145" cy="693776"/>
            <a:chOff x="3173676" y="1441535"/>
            <a:chExt cx="620149" cy="610263"/>
          </a:xfrm>
        </p:grpSpPr>
        <p:sp>
          <p:nvSpPr>
            <p:cNvPr id="28" name="Google Shape;1437;p31">
              <a:extLst>
                <a:ext uri="{FF2B5EF4-FFF2-40B4-BE49-F238E27FC236}">
                  <a16:creationId xmlns:a16="http://schemas.microsoft.com/office/drawing/2014/main" id="{7ED2903A-11E8-4B55-9AE6-24B04DAE62AB}"/>
                </a:ext>
              </a:extLst>
            </p:cNvPr>
            <p:cNvSpPr/>
            <p:nvPr/>
          </p:nvSpPr>
          <p:spPr>
            <a:xfrm>
              <a:off x="3203200" y="1461173"/>
              <a:ext cx="590625" cy="590625"/>
            </a:xfrm>
            <a:custGeom>
              <a:avLst/>
              <a:gdLst/>
              <a:ahLst/>
              <a:cxnLst/>
              <a:rect l="l" t="t" r="r" b="b"/>
              <a:pathLst>
                <a:path w="9022" h="9022" extrusionOk="0">
                  <a:moveTo>
                    <a:pt x="4511" y="0"/>
                  </a:moveTo>
                  <a:cubicBezTo>
                    <a:pt x="2020" y="0"/>
                    <a:pt x="1" y="2020"/>
                    <a:pt x="1" y="4511"/>
                  </a:cubicBezTo>
                  <a:cubicBezTo>
                    <a:pt x="1" y="7002"/>
                    <a:pt x="2020" y="9021"/>
                    <a:pt x="4511" y="9021"/>
                  </a:cubicBezTo>
                  <a:cubicBezTo>
                    <a:pt x="7002" y="9021"/>
                    <a:pt x="9022" y="7002"/>
                    <a:pt x="9022" y="4511"/>
                  </a:cubicBezTo>
                  <a:cubicBezTo>
                    <a:pt x="9022" y="2020"/>
                    <a:pt x="7002" y="0"/>
                    <a:pt x="4511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38;p31">
              <a:extLst>
                <a:ext uri="{FF2B5EF4-FFF2-40B4-BE49-F238E27FC236}">
                  <a16:creationId xmlns:a16="http://schemas.microsoft.com/office/drawing/2014/main" id="{8DCE2C22-9623-4CBA-BD55-15CCEB7E2BA9}"/>
                </a:ext>
              </a:extLst>
            </p:cNvPr>
            <p:cNvSpPr/>
            <p:nvPr/>
          </p:nvSpPr>
          <p:spPr>
            <a:xfrm>
              <a:off x="3173676" y="1441535"/>
              <a:ext cx="590625" cy="590625"/>
            </a:xfrm>
            <a:custGeom>
              <a:avLst/>
              <a:gdLst/>
              <a:ahLst/>
              <a:cxnLst/>
              <a:rect l="l" t="t" r="r" b="b"/>
              <a:pathLst>
                <a:path w="9022" h="9022" fill="none" extrusionOk="0">
                  <a:moveTo>
                    <a:pt x="9021" y="4511"/>
                  </a:moveTo>
                  <a:cubicBezTo>
                    <a:pt x="9021" y="7002"/>
                    <a:pt x="7003" y="9022"/>
                    <a:pt x="4511" y="9022"/>
                  </a:cubicBezTo>
                  <a:cubicBezTo>
                    <a:pt x="2020" y="9022"/>
                    <a:pt x="0" y="7002"/>
                    <a:pt x="0" y="4511"/>
                  </a:cubicBezTo>
                  <a:cubicBezTo>
                    <a:pt x="0" y="2019"/>
                    <a:pt x="2020" y="1"/>
                    <a:pt x="4511" y="1"/>
                  </a:cubicBezTo>
                  <a:cubicBezTo>
                    <a:pt x="7003" y="1"/>
                    <a:pt x="9021" y="2019"/>
                    <a:pt x="9021" y="4511"/>
                  </a:cubicBezTo>
                  <a:close/>
                </a:path>
              </a:pathLst>
            </a:custGeom>
            <a:noFill/>
            <a:ln w="10225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1440;p31">
            <a:extLst>
              <a:ext uri="{FF2B5EF4-FFF2-40B4-BE49-F238E27FC236}">
                <a16:creationId xmlns:a16="http://schemas.microsoft.com/office/drawing/2014/main" id="{D350F958-C7B6-417B-BD46-1AD917894E50}"/>
              </a:ext>
            </a:extLst>
          </p:cNvPr>
          <p:cNvGrpSpPr/>
          <p:nvPr/>
        </p:nvGrpSpPr>
        <p:grpSpPr>
          <a:xfrm>
            <a:off x="6437419" y="2423947"/>
            <a:ext cx="621896" cy="620693"/>
            <a:chOff x="5056709" y="1319447"/>
            <a:chExt cx="545388" cy="545977"/>
          </a:xfrm>
        </p:grpSpPr>
        <p:sp>
          <p:nvSpPr>
            <p:cNvPr id="32" name="Google Shape;1441;p31">
              <a:extLst>
                <a:ext uri="{FF2B5EF4-FFF2-40B4-BE49-F238E27FC236}">
                  <a16:creationId xmlns:a16="http://schemas.microsoft.com/office/drawing/2014/main" id="{C394E4D6-1896-4F5E-B5B3-EE70C1AD23C5}"/>
                </a:ext>
              </a:extLst>
            </p:cNvPr>
            <p:cNvSpPr/>
            <p:nvPr/>
          </p:nvSpPr>
          <p:spPr>
            <a:xfrm>
              <a:off x="5056709" y="1354142"/>
              <a:ext cx="511216" cy="511282"/>
            </a:xfrm>
            <a:custGeom>
              <a:avLst/>
              <a:gdLst/>
              <a:ahLst/>
              <a:cxnLst/>
              <a:rect l="l" t="t" r="r" b="b"/>
              <a:pathLst>
                <a:path w="7809" h="7810" extrusionOk="0">
                  <a:moveTo>
                    <a:pt x="3904" y="1"/>
                  </a:moveTo>
                  <a:cubicBezTo>
                    <a:pt x="1749" y="1"/>
                    <a:pt x="1" y="1749"/>
                    <a:pt x="1" y="3905"/>
                  </a:cubicBezTo>
                  <a:cubicBezTo>
                    <a:pt x="1" y="6061"/>
                    <a:pt x="1749" y="7809"/>
                    <a:pt x="3904" y="7809"/>
                  </a:cubicBezTo>
                  <a:cubicBezTo>
                    <a:pt x="6060" y="7809"/>
                    <a:pt x="7808" y="6061"/>
                    <a:pt x="7808" y="3905"/>
                  </a:cubicBezTo>
                  <a:cubicBezTo>
                    <a:pt x="7808" y="1749"/>
                    <a:pt x="6060" y="1"/>
                    <a:pt x="3904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42;p31">
              <a:extLst>
                <a:ext uri="{FF2B5EF4-FFF2-40B4-BE49-F238E27FC236}">
                  <a16:creationId xmlns:a16="http://schemas.microsoft.com/office/drawing/2014/main" id="{BB184985-450B-48A6-BEB1-624CB2BD9005}"/>
                </a:ext>
              </a:extLst>
            </p:cNvPr>
            <p:cNvSpPr/>
            <p:nvPr/>
          </p:nvSpPr>
          <p:spPr>
            <a:xfrm>
              <a:off x="5090815" y="1319447"/>
              <a:ext cx="511282" cy="511216"/>
            </a:xfrm>
            <a:custGeom>
              <a:avLst/>
              <a:gdLst/>
              <a:ahLst/>
              <a:cxnLst/>
              <a:rect l="l" t="t" r="r" b="b"/>
              <a:pathLst>
                <a:path w="7810" h="7809" fill="none" extrusionOk="0">
                  <a:moveTo>
                    <a:pt x="7809" y="3904"/>
                  </a:moveTo>
                  <a:cubicBezTo>
                    <a:pt x="7809" y="6060"/>
                    <a:pt x="6061" y="7808"/>
                    <a:pt x="3905" y="7808"/>
                  </a:cubicBezTo>
                  <a:cubicBezTo>
                    <a:pt x="1749" y="7808"/>
                    <a:pt x="1" y="6060"/>
                    <a:pt x="1" y="3904"/>
                  </a:cubicBezTo>
                  <a:cubicBezTo>
                    <a:pt x="1" y="1748"/>
                    <a:pt x="1749" y="1"/>
                    <a:pt x="3905" y="1"/>
                  </a:cubicBezTo>
                  <a:cubicBezTo>
                    <a:pt x="6061" y="1"/>
                    <a:pt x="7809" y="1748"/>
                    <a:pt x="7809" y="3904"/>
                  </a:cubicBezTo>
                  <a:close/>
                </a:path>
              </a:pathLst>
            </a:custGeom>
            <a:noFill/>
            <a:ln w="10225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1449;p31">
            <a:extLst>
              <a:ext uri="{FF2B5EF4-FFF2-40B4-BE49-F238E27FC236}">
                <a16:creationId xmlns:a16="http://schemas.microsoft.com/office/drawing/2014/main" id="{81602772-90F0-4025-A11C-967E10BB4704}"/>
              </a:ext>
            </a:extLst>
          </p:cNvPr>
          <p:cNvGrpSpPr/>
          <p:nvPr/>
        </p:nvGrpSpPr>
        <p:grpSpPr>
          <a:xfrm>
            <a:off x="6654299" y="2506692"/>
            <a:ext cx="290904" cy="357160"/>
            <a:chOff x="5232869" y="1402192"/>
            <a:chExt cx="255116" cy="314167"/>
          </a:xfrm>
        </p:grpSpPr>
        <p:sp>
          <p:nvSpPr>
            <p:cNvPr id="36" name="Google Shape;1450;p31">
              <a:extLst>
                <a:ext uri="{FF2B5EF4-FFF2-40B4-BE49-F238E27FC236}">
                  <a16:creationId xmlns:a16="http://schemas.microsoft.com/office/drawing/2014/main" id="{E4C028BF-35F2-42E0-956C-74272DA859F8}"/>
                </a:ext>
              </a:extLst>
            </p:cNvPr>
            <p:cNvSpPr/>
            <p:nvPr/>
          </p:nvSpPr>
          <p:spPr>
            <a:xfrm>
              <a:off x="5262000" y="1402192"/>
              <a:ext cx="225985" cy="314167"/>
            </a:xfrm>
            <a:custGeom>
              <a:avLst/>
              <a:gdLst/>
              <a:ahLst/>
              <a:cxnLst/>
              <a:rect l="l" t="t" r="r" b="b"/>
              <a:pathLst>
                <a:path w="3452" h="4799" fill="none" extrusionOk="0">
                  <a:moveTo>
                    <a:pt x="3451" y="1763"/>
                  </a:moveTo>
                  <a:cubicBezTo>
                    <a:pt x="3451" y="786"/>
                    <a:pt x="2636" y="0"/>
                    <a:pt x="1649" y="47"/>
                  </a:cubicBezTo>
                  <a:cubicBezTo>
                    <a:pt x="768" y="90"/>
                    <a:pt x="49" y="819"/>
                    <a:pt x="17" y="1700"/>
                  </a:cubicBezTo>
                  <a:cubicBezTo>
                    <a:pt x="0" y="2198"/>
                    <a:pt x="194" y="2650"/>
                    <a:pt x="517" y="2974"/>
                  </a:cubicBezTo>
                  <a:cubicBezTo>
                    <a:pt x="850" y="3309"/>
                    <a:pt x="1053" y="3753"/>
                    <a:pt x="1053" y="4226"/>
                  </a:cubicBezTo>
                  <a:lnTo>
                    <a:pt x="1053" y="4799"/>
                  </a:lnTo>
                  <a:lnTo>
                    <a:pt x="2415" y="4799"/>
                  </a:lnTo>
                  <a:lnTo>
                    <a:pt x="2415" y="4226"/>
                  </a:lnTo>
                  <a:cubicBezTo>
                    <a:pt x="2415" y="3751"/>
                    <a:pt x="2620" y="3308"/>
                    <a:pt x="2955" y="2971"/>
                  </a:cubicBezTo>
                  <a:cubicBezTo>
                    <a:pt x="3262" y="2661"/>
                    <a:pt x="3451" y="2234"/>
                    <a:pt x="3451" y="1763"/>
                  </a:cubicBezTo>
                  <a:close/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51;p31">
              <a:extLst>
                <a:ext uri="{FF2B5EF4-FFF2-40B4-BE49-F238E27FC236}">
                  <a16:creationId xmlns:a16="http://schemas.microsoft.com/office/drawing/2014/main" id="{349093E2-1875-48D0-A0E4-10BF5C1B7A82}"/>
                </a:ext>
              </a:extLst>
            </p:cNvPr>
            <p:cNvSpPr/>
            <p:nvPr/>
          </p:nvSpPr>
          <p:spPr>
            <a:xfrm>
              <a:off x="5341341" y="1560414"/>
              <a:ext cx="68345" cy="138393"/>
            </a:xfrm>
            <a:custGeom>
              <a:avLst/>
              <a:gdLst/>
              <a:ahLst/>
              <a:cxnLst/>
              <a:rect l="l" t="t" r="r" b="b"/>
              <a:pathLst>
                <a:path w="1044" h="2114" fill="none" extrusionOk="0">
                  <a:moveTo>
                    <a:pt x="736" y="2114"/>
                  </a:moveTo>
                  <a:lnTo>
                    <a:pt x="736" y="151"/>
                  </a:lnTo>
                  <a:cubicBezTo>
                    <a:pt x="736" y="68"/>
                    <a:pt x="803" y="1"/>
                    <a:pt x="886" y="1"/>
                  </a:cubicBezTo>
                  <a:lnTo>
                    <a:pt x="893" y="1"/>
                  </a:lnTo>
                  <a:cubicBezTo>
                    <a:pt x="976" y="1"/>
                    <a:pt x="1043" y="68"/>
                    <a:pt x="1043" y="151"/>
                  </a:cubicBezTo>
                  <a:cubicBezTo>
                    <a:pt x="1043" y="235"/>
                    <a:pt x="976" y="302"/>
                    <a:pt x="893" y="302"/>
                  </a:cubicBezTo>
                  <a:lnTo>
                    <a:pt x="151" y="302"/>
                  </a:lnTo>
                  <a:cubicBezTo>
                    <a:pt x="68" y="302"/>
                    <a:pt x="1" y="235"/>
                    <a:pt x="1" y="151"/>
                  </a:cubicBezTo>
                  <a:cubicBezTo>
                    <a:pt x="1" y="68"/>
                    <a:pt x="68" y="1"/>
                    <a:pt x="151" y="1"/>
                  </a:cubicBezTo>
                  <a:lnTo>
                    <a:pt x="158" y="1"/>
                  </a:lnTo>
                  <a:cubicBezTo>
                    <a:pt x="241" y="1"/>
                    <a:pt x="308" y="68"/>
                    <a:pt x="308" y="151"/>
                  </a:cubicBezTo>
                  <a:lnTo>
                    <a:pt x="308" y="2114"/>
                  </a:lnTo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52;p31">
              <a:extLst>
                <a:ext uri="{FF2B5EF4-FFF2-40B4-BE49-F238E27FC236}">
                  <a16:creationId xmlns:a16="http://schemas.microsoft.com/office/drawing/2014/main" id="{8AB2BE1D-3BA8-40B8-95A4-40A43DD7F4AD}"/>
                </a:ext>
              </a:extLst>
            </p:cNvPr>
            <p:cNvSpPr/>
            <p:nvPr/>
          </p:nvSpPr>
          <p:spPr>
            <a:xfrm>
              <a:off x="5232869" y="1402192"/>
              <a:ext cx="226051" cy="314167"/>
            </a:xfrm>
            <a:custGeom>
              <a:avLst/>
              <a:gdLst/>
              <a:ahLst/>
              <a:cxnLst/>
              <a:rect l="l" t="t" r="r" b="b"/>
              <a:pathLst>
                <a:path w="3453" h="4799" fill="none" extrusionOk="0">
                  <a:moveTo>
                    <a:pt x="3453" y="1763"/>
                  </a:moveTo>
                  <a:cubicBezTo>
                    <a:pt x="3453" y="786"/>
                    <a:pt x="2637" y="0"/>
                    <a:pt x="1650" y="47"/>
                  </a:cubicBezTo>
                  <a:cubicBezTo>
                    <a:pt x="769" y="90"/>
                    <a:pt x="49" y="819"/>
                    <a:pt x="19" y="1700"/>
                  </a:cubicBezTo>
                  <a:cubicBezTo>
                    <a:pt x="1" y="2198"/>
                    <a:pt x="195" y="2650"/>
                    <a:pt x="517" y="2974"/>
                  </a:cubicBezTo>
                  <a:cubicBezTo>
                    <a:pt x="852" y="3309"/>
                    <a:pt x="1054" y="3753"/>
                    <a:pt x="1054" y="4226"/>
                  </a:cubicBezTo>
                  <a:lnTo>
                    <a:pt x="1054" y="4799"/>
                  </a:lnTo>
                  <a:lnTo>
                    <a:pt x="2416" y="4799"/>
                  </a:lnTo>
                  <a:lnTo>
                    <a:pt x="2416" y="4226"/>
                  </a:lnTo>
                  <a:cubicBezTo>
                    <a:pt x="2416" y="3751"/>
                    <a:pt x="2622" y="3308"/>
                    <a:pt x="2955" y="2971"/>
                  </a:cubicBezTo>
                  <a:cubicBezTo>
                    <a:pt x="3263" y="2661"/>
                    <a:pt x="3453" y="2234"/>
                    <a:pt x="3453" y="1763"/>
                  </a:cubicBezTo>
                  <a:close/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53;p31">
              <a:extLst>
                <a:ext uri="{FF2B5EF4-FFF2-40B4-BE49-F238E27FC236}">
                  <a16:creationId xmlns:a16="http://schemas.microsoft.com/office/drawing/2014/main" id="{B5AAA87D-74BE-4EB1-808D-0834830ECBAC}"/>
                </a:ext>
              </a:extLst>
            </p:cNvPr>
            <p:cNvSpPr/>
            <p:nvPr/>
          </p:nvSpPr>
          <p:spPr>
            <a:xfrm>
              <a:off x="5312276" y="1560414"/>
              <a:ext cx="68345" cy="138393"/>
            </a:xfrm>
            <a:custGeom>
              <a:avLst/>
              <a:gdLst/>
              <a:ahLst/>
              <a:cxnLst/>
              <a:rect l="l" t="t" r="r" b="b"/>
              <a:pathLst>
                <a:path w="1044" h="2114" fill="none" extrusionOk="0">
                  <a:moveTo>
                    <a:pt x="736" y="2114"/>
                  </a:moveTo>
                  <a:lnTo>
                    <a:pt x="736" y="151"/>
                  </a:lnTo>
                  <a:cubicBezTo>
                    <a:pt x="736" y="68"/>
                    <a:pt x="804" y="1"/>
                    <a:pt x="887" y="1"/>
                  </a:cubicBezTo>
                  <a:lnTo>
                    <a:pt x="894" y="1"/>
                  </a:lnTo>
                  <a:cubicBezTo>
                    <a:pt x="977" y="1"/>
                    <a:pt x="1044" y="68"/>
                    <a:pt x="1044" y="151"/>
                  </a:cubicBezTo>
                  <a:cubicBezTo>
                    <a:pt x="1044" y="235"/>
                    <a:pt x="977" y="302"/>
                    <a:pt x="894" y="302"/>
                  </a:cubicBezTo>
                  <a:lnTo>
                    <a:pt x="151" y="302"/>
                  </a:lnTo>
                  <a:cubicBezTo>
                    <a:pt x="68" y="302"/>
                    <a:pt x="0" y="235"/>
                    <a:pt x="0" y="151"/>
                  </a:cubicBezTo>
                  <a:cubicBezTo>
                    <a:pt x="0" y="68"/>
                    <a:pt x="68" y="1"/>
                    <a:pt x="151" y="1"/>
                  </a:cubicBezTo>
                  <a:lnTo>
                    <a:pt x="158" y="1"/>
                  </a:lnTo>
                  <a:cubicBezTo>
                    <a:pt x="240" y="1"/>
                    <a:pt x="308" y="68"/>
                    <a:pt x="308" y="151"/>
                  </a:cubicBezTo>
                  <a:lnTo>
                    <a:pt x="308" y="2114"/>
                  </a:lnTo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1455;p31">
            <a:extLst>
              <a:ext uri="{FF2B5EF4-FFF2-40B4-BE49-F238E27FC236}">
                <a16:creationId xmlns:a16="http://schemas.microsoft.com/office/drawing/2014/main" id="{F5EA317B-CE5E-435D-B8F0-02D38317ADBC}"/>
              </a:ext>
            </a:extLst>
          </p:cNvPr>
          <p:cNvGrpSpPr/>
          <p:nvPr/>
        </p:nvGrpSpPr>
        <p:grpSpPr>
          <a:xfrm>
            <a:off x="6242683" y="5093244"/>
            <a:ext cx="398548" cy="322094"/>
            <a:chOff x="4753814" y="3845309"/>
            <a:chExt cx="349517" cy="283322"/>
          </a:xfrm>
        </p:grpSpPr>
        <p:sp>
          <p:nvSpPr>
            <p:cNvPr id="41" name="Google Shape;1456;p31">
              <a:extLst>
                <a:ext uri="{FF2B5EF4-FFF2-40B4-BE49-F238E27FC236}">
                  <a16:creationId xmlns:a16="http://schemas.microsoft.com/office/drawing/2014/main" id="{53B6359E-9F19-4F9B-AA17-4D4EDCFB322C}"/>
                </a:ext>
              </a:extLst>
            </p:cNvPr>
            <p:cNvSpPr/>
            <p:nvPr/>
          </p:nvSpPr>
          <p:spPr>
            <a:xfrm>
              <a:off x="4770638" y="3862133"/>
              <a:ext cx="332693" cy="240846"/>
            </a:xfrm>
            <a:custGeom>
              <a:avLst/>
              <a:gdLst/>
              <a:ahLst/>
              <a:cxnLst/>
              <a:rect l="l" t="t" r="r" b="b"/>
              <a:pathLst>
                <a:path w="5082" h="3679" fill="none" extrusionOk="0">
                  <a:moveTo>
                    <a:pt x="5081" y="3679"/>
                  </a:moveTo>
                  <a:cubicBezTo>
                    <a:pt x="4226" y="3440"/>
                    <a:pt x="3380" y="3457"/>
                    <a:pt x="2541" y="3679"/>
                  </a:cubicBezTo>
                  <a:cubicBezTo>
                    <a:pt x="1532" y="3411"/>
                    <a:pt x="731" y="3487"/>
                    <a:pt x="1" y="3679"/>
                  </a:cubicBezTo>
                  <a:lnTo>
                    <a:pt x="1" y="264"/>
                  </a:lnTo>
                  <a:cubicBezTo>
                    <a:pt x="821" y="0"/>
                    <a:pt x="1671" y="26"/>
                    <a:pt x="2541" y="264"/>
                  </a:cubicBezTo>
                  <a:cubicBezTo>
                    <a:pt x="3410" y="25"/>
                    <a:pt x="4260" y="0"/>
                    <a:pt x="5081" y="264"/>
                  </a:cubicBezTo>
                  <a:close/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457;p31">
              <a:extLst>
                <a:ext uri="{FF2B5EF4-FFF2-40B4-BE49-F238E27FC236}">
                  <a16:creationId xmlns:a16="http://schemas.microsoft.com/office/drawing/2014/main" id="{F9798B39-49D6-4B7D-9343-EDDD559DD921}"/>
                </a:ext>
              </a:extLst>
            </p:cNvPr>
            <p:cNvSpPr/>
            <p:nvPr/>
          </p:nvSpPr>
          <p:spPr>
            <a:xfrm>
              <a:off x="4770638" y="4086472"/>
              <a:ext cx="332693" cy="42159"/>
            </a:xfrm>
            <a:custGeom>
              <a:avLst/>
              <a:gdLst/>
              <a:ahLst/>
              <a:cxnLst/>
              <a:rect l="l" t="t" r="r" b="b"/>
              <a:pathLst>
                <a:path w="5082" h="644" fill="none" extrusionOk="0">
                  <a:moveTo>
                    <a:pt x="2541" y="265"/>
                  </a:moveTo>
                  <a:cubicBezTo>
                    <a:pt x="1671" y="26"/>
                    <a:pt x="821" y="0"/>
                    <a:pt x="1" y="265"/>
                  </a:cubicBezTo>
                  <a:lnTo>
                    <a:pt x="1" y="644"/>
                  </a:lnTo>
                  <a:cubicBezTo>
                    <a:pt x="821" y="379"/>
                    <a:pt x="1671" y="405"/>
                    <a:pt x="2541" y="644"/>
                  </a:cubicBezTo>
                  <a:cubicBezTo>
                    <a:pt x="3410" y="404"/>
                    <a:pt x="4260" y="379"/>
                    <a:pt x="5081" y="644"/>
                  </a:cubicBezTo>
                  <a:lnTo>
                    <a:pt x="5081" y="265"/>
                  </a:lnTo>
                  <a:cubicBezTo>
                    <a:pt x="4260" y="0"/>
                    <a:pt x="3410" y="25"/>
                    <a:pt x="2541" y="265"/>
                  </a:cubicBezTo>
                  <a:close/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458;p31">
              <a:extLst>
                <a:ext uri="{FF2B5EF4-FFF2-40B4-BE49-F238E27FC236}">
                  <a16:creationId xmlns:a16="http://schemas.microsoft.com/office/drawing/2014/main" id="{2FB47B76-99D2-4FFD-8843-32A922C2C709}"/>
                </a:ext>
              </a:extLst>
            </p:cNvPr>
            <p:cNvSpPr/>
            <p:nvPr/>
          </p:nvSpPr>
          <p:spPr>
            <a:xfrm>
              <a:off x="4936978" y="3879349"/>
              <a:ext cx="65" cy="223628"/>
            </a:xfrm>
            <a:custGeom>
              <a:avLst/>
              <a:gdLst/>
              <a:ahLst/>
              <a:cxnLst/>
              <a:rect l="l" t="t" r="r" b="b"/>
              <a:pathLst>
                <a:path w="1" h="3416" fill="none" extrusionOk="0">
                  <a:moveTo>
                    <a:pt x="0" y="1"/>
                  </a:moveTo>
                  <a:lnTo>
                    <a:pt x="0" y="3416"/>
                  </a:lnTo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459;p31">
              <a:extLst>
                <a:ext uri="{FF2B5EF4-FFF2-40B4-BE49-F238E27FC236}">
                  <a16:creationId xmlns:a16="http://schemas.microsoft.com/office/drawing/2014/main" id="{5A687E16-6D80-4978-B2E2-B1176C25D3AC}"/>
                </a:ext>
              </a:extLst>
            </p:cNvPr>
            <p:cNvSpPr/>
            <p:nvPr/>
          </p:nvSpPr>
          <p:spPr>
            <a:xfrm>
              <a:off x="4805595" y="3912604"/>
              <a:ext cx="93288" cy="139375"/>
            </a:xfrm>
            <a:custGeom>
              <a:avLst/>
              <a:gdLst/>
              <a:ahLst/>
              <a:cxnLst/>
              <a:rect l="l" t="t" r="r" b="b"/>
              <a:pathLst>
                <a:path w="1425" h="2129" fill="none" extrusionOk="0">
                  <a:moveTo>
                    <a:pt x="1" y="2129"/>
                  </a:moveTo>
                  <a:cubicBezTo>
                    <a:pt x="472" y="2047"/>
                    <a:pt x="953" y="2047"/>
                    <a:pt x="1424" y="2129"/>
                  </a:cubicBezTo>
                  <a:moveTo>
                    <a:pt x="1" y="1447"/>
                  </a:moveTo>
                  <a:cubicBezTo>
                    <a:pt x="472" y="1365"/>
                    <a:pt x="953" y="1365"/>
                    <a:pt x="1424" y="1447"/>
                  </a:cubicBezTo>
                  <a:moveTo>
                    <a:pt x="1" y="765"/>
                  </a:moveTo>
                  <a:cubicBezTo>
                    <a:pt x="472" y="683"/>
                    <a:pt x="953" y="683"/>
                    <a:pt x="1424" y="765"/>
                  </a:cubicBezTo>
                  <a:moveTo>
                    <a:pt x="1" y="83"/>
                  </a:moveTo>
                  <a:cubicBezTo>
                    <a:pt x="472" y="1"/>
                    <a:pt x="953" y="1"/>
                    <a:pt x="1424" y="83"/>
                  </a:cubicBezTo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460;p31">
              <a:extLst>
                <a:ext uri="{FF2B5EF4-FFF2-40B4-BE49-F238E27FC236}">
                  <a16:creationId xmlns:a16="http://schemas.microsoft.com/office/drawing/2014/main" id="{DEC1F0BE-F3C4-4AEC-85D1-5A3240FFF17B}"/>
                </a:ext>
              </a:extLst>
            </p:cNvPr>
            <p:cNvSpPr/>
            <p:nvPr/>
          </p:nvSpPr>
          <p:spPr>
            <a:xfrm>
              <a:off x="4975077" y="3912604"/>
              <a:ext cx="93222" cy="139375"/>
            </a:xfrm>
            <a:custGeom>
              <a:avLst/>
              <a:gdLst/>
              <a:ahLst/>
              <a:cxnLst/>
              <a:rect l="l" t="t" r="r" b="b"/>
              <a:pathLst>
                <a:path w="1424" h="2129" fill="none" extrusionOk="0">
                  <a:moveTo>
                    <a:pt x="1" y="2129"/>
                  </a:moveTo>
                  <a:cubicBezTo>
                    <a:pt x="472" y="2047"/>
                    <a:pt x="953" y="2047"/>
                    <a:pt x="1424" y="2129"/>
                  </a:cubicBezTo>
                  <a:moveTo>
                    <a:pt x="1" y="1447"/>
                  </a:moveTo>
                  <a:cubicBezTo>
                    <a:pt x="472" y="1365"/>
                    <a:pt x="953" y="1365"/>
                    <a:pt x="1424" y="1447"/>
                  </a:cubicBezTo>
                  <a:moveTo>
                    <a:pt x="1" y="765"/>
                  </a:moveTo>
                  <a:cubicBezTo>
                    <a:pt x="472" y="683"/>
                    <a:pt x="953" y="683"/>
                    <a:pt x="1424" y="765"/>
                  </a:cubicBezTo>
                  <a:moveTo>
                    <a:pt x="1" y="83"/>
                  </a:moveTo>
                  <a:cubicBezTo>
                    <a:pt x="472" y="1"/>
                    <a:pt x="953" y="1"/>
                    <a:pt x="1424" y="83"/>
                  </a:cubicBezTo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61;p31">
              <a:extLst>
                <a:ext uri="{FF2B5EF4-FFF2-40B4-BE49-F238E27FC236}">
                  <a16:creationId xmlns:a16="http://schemas.microsoft.com/office/drawing/2014/main" id="{2F0BBDB8-26D2-44B2-B0F0-A26203F02F8A}"/>
                </a:ext>
              </a:extLst>
            </p:cNvPr>
            <p:cNvSpPr/>
            <p:nvPr/>
          </p:nvSpPr>
          <p:spPr>
            <a:xfrm>
              <a:off x="4753814" y="3845309"/>
              <a:ext cx="332693" cy="240846"/>
            </a:xfrm>
            <a:custGeom>
              <a:avLst/>
              <a:gdLst/>
              <a:ahLst/>
              <a:cxnLst/>
              <a:rect l="l" t="t" r="r" b="b"/>
              <a:pathLst>
                <a:path w="5082" h="3679" fill="none" extrusionOk="0">
                  <a:moveTo>
                    <a:pt x="5082" y="3679"/>
                  </a:moveTo>
                  <a:cubicBezTo>
                    <a:pt x="4226" y="3441"/>
                    <a:pt x="3380" y="3457"/>
                    <a:pt x="2542" y="3679"/>
                  </a:cubicBezTo>
                  <a:cubicBezTo>
                    <a:pt x="1532" y="3411"/>
                    <a:pt x="732" y="3487"/>
                    <a:pt x="1" y="3679"/>
                  </a:cubicBezTo>
                  <a:lnTo>
                    <a:pt x="1" y="264"/>
                  </a:lnTo>
                  <a:cubicBezTo>
                    <a:pt x="822" y="0"/>
                    <a:pt x="1671" y="27"/>
                    <a:pt x="2542" y="264"/>
                  </a:cubicBezTo>
                  <a:cubicBezTo>
                    <a:pt x="3410" y="26"/>
                    <a:pt x="4260" y="0"/>
                    <a:pt x="5082" y="264"/>
                  </a:cubicBezTo>
                  <a:close/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462;p31">
              <a:extLst>
                <a:ext uri="{FF2B5EF4-FFF2-40B4-BE49-F238E27FC236}">
                  <a16:creationId xmlns:a16="http://schemas.microsoft.com/office/drawing/2014/main" id="{31CCB25E-04D3-4BD3-9D21-799B4FD11659}"/>
                </a:ext>
              </a:extLst>
            </p:cNvPr>
            <p:cNvSpPr/>
            <p:nvPr/>
          </p:nvSpPr>
          <p:spPr>
            <a:xfrm>
              <a:off x="4753814" y="4069648"/>
              <a:ext cx="332693" cy="42159"/>
            </a:xfrm>
            <a:custGeom>
              <a:avLst/>
              <a:gdLst/>
              <a:ahLst/>
              <a:cxnLst/>
              <a:rect l="l" t="t" r="r" b="b"/>
              <a:pathLst>
                <a:path w="5082" h="644" fill="none" extrusionOk="0">
                  <a:moveTo>
                    <a:pt x="2542" y="265"/>
                  </a:moveTo>
                  <a:cubicBezTo>
                    <a:pt x="1671" y="27"/>
                    <a:pt x="822" y="0"/>
                    <a:pt x="1" y="265"/>
                  </a:cubicBezTo>
                  <a:lnTo>
                    <a:pt x="1" y="644"/>
                  </a:lnTo>
                  <a:cubicBezTo>
                    <a:pt x="822" y="379"/>
                    <a:pt x="1671" y="406"/>
                    <a:pt x="2542" y="644"/>
                  </a:cubicBezTo>
                  <a:cubicBezTo>
                    <a:pt x="3410" y="406"/>
                    <a:pt x="4260" y="379"/>
                    <a:pt x="5082" y="644"/>
                  </a:cubicBezTo>
                  <a:lnTo>
                    <a:pt x="5082" y="265"/>
                  </a:lnTo>
                  <a:cubicBezTo>
                    <a:pt x="4260" y="0"/>
                    <a:pt x="3410" y="27"/>
                    <a:pt x="2542" y="265"/>
                  </a:cubicBezTo>
                  <a:close/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463;p31">
              <a:extLst>
                <a:ext uri="{FF2B5EF4-FFF2-40B4-BE49-F238E27FC236}">
                  <a16:creationId xmlns:a16="http://schemas.microsoft.com/office/drawing/2014/main" id="{DF1B800A-B258-4042-A3B7-066AE42BDDB0}"/>
                </a:ext>
              </a:extLst>
            </p:cNvPr>
            <p:cNvSpPr/>
            <p:nvPr/>
          </p:nvSpPr>
          <p:spPr>
            <a:xfrm>
              <a:off x="4920154" y="3862591"/>
              <a:ext cx="65" cy="223563"/>
            </a:xfrm>
            <a:custGeom>
              <a:avLst/>
              <a:gdLst/>
              <a:ahLst/>
              <a:cxnLst/>
              <a:rect l="l" t="t" r="r" b="b"/>
              <a:pathLst>
                <a:path w="1" h="3415" fill="none" extrusionOk="0">
                  <a:moveTo>
                    <a:pt x="1" y="0"/>
                  </a:moveTo>
                  <a:lnTo>
                    <a:pt x="1" y="3415"/>
                  </a:lnTo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464;p31">
              <a:extLst>
                <a:ext uri="{FF2B5EF4-FFF2-40B4-BE49-F238E27FC236}">
                  <a16:creationId xmlns:a16="http://schemas.microsoft.com/office/drawing/2014/main" id="{047B282B-DDD8-4870-82A1-3EDDCACB4A79}"/>
                </a:ext>
              </a:extLst>
            </p:cNvPr>
            <p:cNvSpPr/>
            <p:nvPr/>
          </p:nvSpPr>
          <p:spPr>
            <a:xfrm>
              <a:off x="4788836" y="3895846"/>
              <a:ext cx="93222" cy="139375"/>
            </a:xfrm>
            <a:custGeom>
              <a:avLst/>
              <a:gdLst/>
              <a:ahLst/>
              <a:cxnLst/>
              <a:rect l="l" t="t" r="r" b="b"/>
              <a:pathLst>
                <a:path w="1424" h="2129" fill="none" extrusionOk="0">
                  <a:moveTo>
                    <a:pt x="0" y="2128"/>
                  </a:moveTo>
                  <a:cubicBezTo>
                    <a:pt x="471" y="2046"/>
                    <a:pt x="952" y="2046"/>
                    <a:pt x="1423" y="2128"/>
                  </a:cubicBezTo>
                  <a:moveTo>
                    <a:pt x="0" y="1446"/>
                  </a:moveTo>
                  <a:cubicBezTo>
                    <a:pt x="471" y="1364"/>
                    <a:pt x="952" y="1364"/>
                    <a:pt x="1423" y="1446"/>
                  </a:cubicBezTo>
                  <a:moveTo>
                    <a:pt x="0" y="764"/>
                  </a:moveTo>
                  <a:cubicBezTo>
                    <a:pt x="471" y="682"/>
                    <a:pt x="952" y="682"/>
                    <a:pt x="1423" y="764"/>
                  </a:cubicBezTo>
                  <a:moveTo>
                    <a:pt x="0" y="82"/>
                  </a:moveTo>
                  <a:cubicBezTo>
                    <a:pt x="471" y="0"/>
                    <a:pt x="952" y="0"/>
                    <a:pt x="1423" y="82"/>
                  </a:cubicBezTo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465;p31">
              <a:extLst>
                <a:ext uri="{FF2B5EF4-FFF2-40B4-BE49-F238E27FC236}">
                  <a16:creationId xmlns:a16="http://schemas.microsoft.com/office/drawing/2014/main" id="{D1E7E77D-A37B-49DB-8E44-7F45501C2516}"/>
                </a:ext>
              </a:extLst>
            </p:cNvPr>
            <p:cNvSpPr/>
            <p:nvPr/>
          </p:nvSpPr>
          <p:spPr>
            <a:xfrm>
              <a:off x="4958319" y="3895846"/>
              <a:ext cx="93222" cy="139375"/>
            </a:xfrm>
            <a:custGeom>
              <a:avLst/>
              <a:gdLst/>
              <a:ahLst/>
              <a:cxnLst/>
              <a:rect l="l" t="t" r="r" b="b"/>
              <a:pathLst>
                <a:path w="1424" h="2129" fill="none" extrusionOk="0">
                  <a:moveTo>
                    <a:pt x="0" y="2128"/>
                  </a:moveTo>
                  <a:cubicBezTo>
                    <a:pt x="472" y="2046"/>
                    <a:pt x="953" y="2046"/>
                    <a:pt x="1423" y="2128"/>
                  </a:cubicBezTo>
                  <a:moveTo>
                    <a:pt x="0" y="1446"/>
                  </a:moveTo>
                  <a:cubicBezTo>
                    <a:pt x="472" y="1364"/>
                    <a:pt x="953" y="1364"/>
                    <a:pt x="1423" y="1446"/>
                  </a:cubicBezTo>
                  <a:moveTo>
                    <a:pt x="0" y="764"/>
                  </a:moveTo>
                  <a:cubicBezTo>
                    <a:pt x="472" y="682"/>
                    <a:pt x="953" y="682"/>
                    <a:pt x="1423" y="764"/>
                  </a:cubicBezTo>
                  <a:moveTo>
                    <a:pt x="0" y="82"/>
                  </a:moveTo>
                  <a:cubicBezTo>
                    <a:pt x="472" y="0"/>
                    <a:pt x="953" y="0"/>
                    <a:pt x="1423" y="82"/>
                  </a:cubicBezTo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1466;p31">
            <a:extLst>
              <a:ext uri="{FF2B5EF4-FFF2-40B4-BE49-F238E27FC236}">
                <a16:creationId xmlns:a16="http://schemas.microsoft.com/office/drawing/2014/main" id="{588046DA-403B-4B40-80BD-C50DD49FBD90}"/>
              </a:ext>
            </a:extLst>
          </p:cNvPr>
          <p:cNvGrpSpPr/>
          <p:nvPr/>
        </p:nvGrpSpPr>
        <p:grpSpPr>
          <a:xfrm>
            <a:off x="7078005" y="3873806"/>
            <a:ext cx="437514" cy="414837"/>
            <a:chOff x="5674611" y="2769306"/>
            <a:chExt cx="383689" cy="364901"/>
          </a:xfrm>
        </p:grpSpPr>
        <p:sp>
          <p:nvSpPr>
            <p:cNvPr id="53" name="Google Shape;1467;p31">
              <a:extLst>
                <a:ext uri="{FF2B5EF4-FFF2-40B4-BE49-F238E27FC236}">
                  <a16:creationId xmlns:a16="http://schemas.microsoft.com/office/drawing/2014/main" id="{398F9038-E03A-46CD-87AD-DE3A81C56CB3}"/>
                </a:ext>
              </a:extLst>
            </p:cNvPr>
            <p:cNvSpPr/>
            <p:nvPr/>
          </p:nvSpPr>
          <p:spPr>
            <a:xfrm>
              <a:off x="5699815" y="2786064"/>
              <a:ext cx="358486" cy="348143"/>
            </a:xfrm>
            <a:custGeom>
              <a:avLst/>
              <a:gdLst/>
              <a:ahLst/>
              <a:cxnLst/>
              <a:rect l="l" t="t" r="r" b="b"/>
              <a:pathLst>
                <a:path w="5476" h="5318" extrusionOk="0">
                  <a:moveTo>
                    <a:pt x="3447" y="1"/>
                  </a:moveTo>
                  <a:cubicBezTo>
                    <a:pt x="3395" y="1"/>
                    <a:pt x="3343" y="6"/>
                    <a:pt x="3289" y="16"/>
                  </a:cubicBezTo>
                  <a:cubicBezTo>
                    <a:pt x="2980" y="76"/>
                    <a:pt x="2732" y="327"/>
                    <a:pt x="2675" y="637"/>
                  </a:cubicBezTo>
                  <a:cubicBezTo>
                    <a:pt x="2622" y="917"/>
                    <a:pt x="2719" y="1177"/>
                    <a:pt x="2900" y="1351"/>
                  </a:cubicBezTo>
                  <a:cubicBezTo>
                    <a:pt x="2954" y="1404"/>
                    <a:pt x="2986" y="1475"/>
                    <a:pt x="2986" y="1551"/>
                  </a:cubicBezTo>
                  <a:cubicBezTo>
                    <a:pt x="2986" y="1631"/>
                    <a:pt x="2923" y="1695"/>
                    <a:pt x="2843" y="1695"/>
                  </a:cubicBezTo>
                  <a:lnTo>
                    <a:pt x="2309" y="1695"/>
                  </a:lnTo>
                  <a:cubicBezTo>
                    <a:pt x="2057" y="1695"/>
                    <a:pt x="1853" y="1900"/>
                    <a:pt x="1853" y="2151"/>
                  </a:cubicBezTo>
                  <a:lnTo>
                    <a:pt x="1853" y="2921"/>
                  </a:lnTo>
                  <a:cubicBezTo>
                    <a:pt x="1853" y="2991"/>
                    <a:pt x="1796" y="3047"/>
                    <a:pt x="1727" y="3047"/>
                  </a:cubicBezTo>
                  <a:cubicBezTo>
                    <a:pt x="1604" y="3047"/>
                    <a:pt x="1485" y="3003"/>
                    <a:pt x="1394" y="2921"/>
                  </a:cubicBezTo>
                  <a:cubicBezTo>
                    <a:pt x="1255" y="2796"/>
                    <a:pt x="1071" y="2720"/>
                    <a:pt x="869" y="2720"/>
                  </a:cubicBezTo>
                  <a:cubicBezTo>
                    <a:pt x="383" y="2720"/>
                    <a:pt x="0" y="3161"/>
                    <a:pt x="98" y="3665"/>
                  </a:cubicBezTo>
                  <a:cubicBezTo>
                    <a:pt x="158" y="3973"/>
                    <a:pt x="407" y="4220"/>
                    <a:pt x="715" y="4279"/>
                  </a:cubicBezTo>
                  <a:cubicBezTo>
                    <a:pt x="768" y="4289"/>
                    <a:pt x="819" y="4294"/>
                    <a:pt x="870" y="4294"/>
                  </a:cubicBezTo>
                  <a:cubicBezTo>
                    <a:pt x="1069" y="4294"/>
                    <a:pt x="1251" y="4219"/>
                    <a:pt x="1388" y="4097"/>
                  </a:cubicBezTo>
                  <a:cubicBezTo>
                    <a:pt x="1483" y="4014"/>
                    <a:pt x="1602" y="3967"/>
                    <a:pt x="1727" y="3967"/>
                  </a:cubicBezTo>
                  <a:cubicBezTo>
                    <a:pt x="1796" y="3967"/>
                    <a:pt x="1853" y="4024"/>
                    <a:pt x="1853" y="4093"/>
                  </a:cubicBezTo>
                  <a:lnTo>
                    <a:pt x="1853" y="4862"/>
                  </a:lnTo>
                  <a:cubicBezTo>
                    <a:pt x="1853" y="5114"/>
                    <a:pt x="2057" y="5318"/>
                    <a:pt x="2309" y="5318"/>
                  </a:cubicBezTo>
                  <a:lnTo>
                    <a:pt x="5020" y="5318"/>
                  </a:lnTo>
                  <a:cubicBezTo>
                    <a:pt x="5271" y="5318"/>
                    <a:pt x="5476" y="5114"/>
                    <a:pt x="5476" y="4862"/>
                  </a:cubicBezTo>
                  <a:lnTo>
                    <a:pt x="5476" y="4155"/>
                  </a:lnTo>
                  <a:cubicBezTo>
                    <a:pt x="5476" y="4099"/>
                    <a:pt x="5444" y="4079"/>
                    <a:pt x="5413" y="4079"/>
                  </a:cubicBezTo>
                  <a:cubicBezTo>
                    <a:pt x="5394" y="4079"/>
                    <a:pt x="5376" y="4086"/>
                    <a:pt x="5363" y="4097"/>
                  </a:cubicBezTo>
                  <a:cubicBezTo>
                    <a:pt x="5225" y="4219"/>
                    <a:pt x="5044" y="4294"/>
                    <a:pt x="4845" y="4294"/>
                  </a:cubicBezTo>
                  <a:cubicBezTo>
                    <a:pt x="4802" y="4294"/>
                    <a:pt x="4758" y="4290"/>
                    <a:pt x="4714" y="4283"/>
                  </a:cubicBezTo>
                  <a:cubicBezTo>
                    <a:pt x="4396" y="4233"/>
                    <a:pt x="4134" y="3982"/>
                    <a:pt x="4072" y="3665"/>
                  </a:cubicBezTo>
                  <a:cubicBezTo>
                    <a:pt x="3974" y="3161"/>
                    <a:pt x="4357" y="2720"/>
                    <a:pt x="4843" y="2720"/>
                  </a:cubicBezTo>
                  <a:cubicBezTo>
                    <a:pt x="5045" y="2720"/>
                    <a:pt x="5229" y="2796"/>
                    <a:pt x="5367" y="2921"/>
                  </a:cubicBezTo>
                  <a:cubicBezTo>
                    <a:pt x="5378" y="2931"/>
                    <a:pt x="5394" y="2936"/>
                    <a:pt x="5410" y="2936"/>
                  </a:cubicBezTo>
                  <a:cubicBezTo>
                    <a:pt x="5442" y="2936"/>
                    <a:pt x="5476" y="2914"/>
                    <a:pt x="5476" y="2862"/>
                  </a:cubicBezTo>
                  <a:lnTo>
                    <a:pt x="5476" y="2151"/>
                  </a:lnTo>
                  <a:cubicBezTo>
                    <a:pt x="5476" y="1900"/>
                    <a:pt x="5271" y="1695"/>
                    <a:pt x="5020" y="1695"/>
                  </a:cubicBezTo>
                  <a:lnTo>
                    <a:pt x="4051" y="1695"/>
                  </a:lnTo>
                  <a:cubicBezTo>
                    <a:pt x="3971" y="1695"/>
                    <a:pt x="3907" y="1631"/>
                    <a:pt x="3907" y="1551"/>
                  </a:cubicBezTo>
                  <a:cubicBezTo>
                    <a:pt x="3907" y="1476"/>
                    <a:pt x="3939" y="1404"/>
                    <a:pt x="3993" y="1353"/>
                  </a:cubicBezTo>
                  <a:cubicBezTo>
                    <a:pt x="4141" y="1210"/>
                    <a:pt x="4233" y="1010"/>
                    <a:pt x="4233" y="787"/>
                  </a:cubicBezTo>
                  <a:cubicBezTo>
                    <a:pt x="4233" y="353"/>
                    <a:pt x="3881" y="1"/>
                    <a:pt x="3447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468;p31">
              <a:extLst>
                <a:ext uri="{FF2B5EF4-FFF2-40B4-BE49-F238E27FC236}">
                  <a16:creationId xmlns:a16="http://schemas.microsoft.com/office/drawing/2014/main" id="{78B80648-A720-4333-B6C5-257A81F6C2A9}"/>
                </a:ext>
              </a:extLst>
            </p:cNvPr>
            <p:cNvSpPr/>
            <p:nvPr/>
          </p:nvSpPr>
          <p:spPr>
            <a:xfrm>
              <a:off x="5674611" y="2769306"/>
              <a:ext cx="358486" cy="348143"/>
            </a:xfrm>
            <a:custGeom>
              <a:avLst/>
              <a:gdLst/>
              <a:ahLst/>
              <a:cxnLst/>
              <a:rect l="l" t="t" r="r" b="b"/>
              <a:pathLst>
                <a:path w="5476" h="5318" extrusionOk="0">
                  <a:moveTo>
                    <a:pt x="3447" y="0"/>
                  </a:moveTo>
                  <a:cubicBezTo>
                    <a:pt x="3395" y="0"/>
                    <a:pt x="3343" y="5"/>
                    <a:pt x="3289" y="15"/>
                  </a:cubicBezTo>
                  <a:cubicBezTo>
                    <a:pt x="2980" y="76"/>
                    <a:pt x="2732" y="326"/>
                    <a:pt x="2675" y="636"/>
                  </a:cubicBezTo>
                  <a:cubicBezTo>
                    <a:pt x="2622" y="917"/>
                    <a:pt x="2719" y="1176"/>
                    <a:pt x="2900" y="1351"/>
                  </a:cubicBezTo>
                  <a:cubicBezTo>
                    <a:pt x="2954" y="1404"/>
                    <a:pt x="2986" y="1474"/>
                    <a:pt x="2986" y="1550"/>
                  </a:cubicBezTo>
                  <a:cubicBezTo>
                    <a:pt x="2986" y="1630"/>
                    <a:pt x="2923" y="1695"/>
                    <a:pt x="2843" y="1695"/>
                  </a:cubicBezTo>
                  <a:lnTo>
                    <a:pt x="2309" y="1695"/>
                  </a:lnTo>
                  <a:cubicBezTo>
                    <a:pt x="2057" y="1695"/>
                    <a:pt x="1853" y="1899"/>
                    <a:pt x="1853" y="2150"/>
                  </a:cubicBezTo>
                  <a:lnTo>
                    <a:pt x="1853" y="2920"/>
                  </a:lnTo>
                  <a:cubicBezTo>
                    <a:pt x="1853" y="2990"/>
                    <a:pt x="1796" y="3046"/>
                    <a:pt x="1727" y="3046"/>
                  </a:cubicBezTo>
                  <a:cubicBezTo>
                    <a:pt x="1604" y="3046"/>
                    <a:pt x="1484" y="3002"/>
                    <a:pt x="1394" y="2921"/>
                  </a:cubicBezTo>
                  <a:cubicBezTo>
                    <a:pt x="1255" y="2796"/>
                    <a:pt x="1071" y="2720"/>
                    <a:pt x="869" y="2720"/>
                  </a:cubicBezTo>
                  <a:cubicBezTo>
                    <a:pt x="383" y="2720"/>
                    <a:pt x="0" y="3161"/>
                    <a:pt x="98" y="3664"/>
                  </a:cubicBezTo>
                  <a:cubicBezTo>
                    <a:pt x="158" y="3973"/>
                    <a:pt x="407" y="4220"/>
                    <a:pt x="715" y="4278"/>
                  </a:cubicBezTo>
                  <a:cubicBezTo>
                    <a:pt x="768" y="4288"/>
                    <a:pt x="819" y="4293"/>
                    <a:pt x="870" y="4293"/>
                  </a:cubicBezTo>
                  <a:cubicBezTo>
                    <a:pt x="1069" y="4293"/>
                    <a:pt x="1251" y="4218"/>
                    <a:pt x="1388" y="4097"/>
                  </a:cubicBezTo>
                  <a:cubicBezTo>
                    <a:pt x="1483" y="4014"/>
                    <a:pt x="1602" y="3966"/>
                    <a:pt x="1727" y="3966"/>
                  </a:cubicBezTo>
                  <a:cubicBezTo>
                    <a:pt x="1796" y="3966"/>
                    <a:pt x="1853" y="4023"/>
                    <a:pt x="1853" y="4092"/>
                  </a:cubicBezTo>
                  <a:lnTo>
                    <a:pt x="1853" y="4861"/>
                  </a:lnTo>
                  <a:cubicBezTo>
                    <a:pt x="1853" y="5113"/>
                    <a:pt x="2057" y="5317"/>
                    <a:pt x="2309" y="5317"/>
                  </a:cubicBezTo>
                  <a:lnTo>
                    <a:pt x="5020" y="5317"/>
                  </a:lnTo>
                  <a:cubicBezTo>
                    <a:pt x="5271" y="5317"/>
                    <a:pt x="5476" y="5113"/>
                    <a:pt x="5476" y="4861"/>
                  </a:cubicBezTo>
                  <a:lnTo>
                    <a:pt x="5476" y="4154"/>
                  </a:lnTo>
                  <a:cubicBezTo>
                    <a:pt x="5476" y="4099"/>
                    <a:pt x="5444" y="4078"/>
                    <a:pt x="5413" y="4078"/>
                  </a:cubicBezTo>
                  <a:cubicBezTo>
                    <a:pt x="5394" y="4078"/>
                    <a:pt x="5376" y="4085"/>
                    <a:pt x="5363" y="4097"/>
                  </a:cubicBezTo>
                  <a:cubicBezTo>
                    <a:pt x="5225" y="4219"/>
                    <a:pt x="5044" y="4293"/>
                    <a:pt x="4845" y="4293"/>
                  </a:cubicBezTo>
                  <a:cubicBezTo>
                    <a:pt x="4802" y="4293"/>
                    <a:pt x="4758" y="4290"/>
                    <a:pt x="4714" y="4282"/>
                  </a:cubicBezTo>
                  <a:cubicBezTo>
                    <a:pt x="4395" y="4232"/>
                    <a:pt x="4134" y="3981"/>
                    <a:pt x="4072" y="3664"/>
                  </a:cubicBezTo>
                  <a:cubicBezTo>
                    <a:pt x="3974" y="3161"/>
                    <a:pt x="4357" y="2720"/>
                    <a:pt x="4843" y="2720"/>
                  </a:cubicBezTo>
                  <a:cubicBezTo>
                    <a:pt x="5045" y="2720"/>
                    <a:pt x="5228" y="2796"/>
                    <a:pt x="5367" y="2921"/>
                  </a:cubicBezTo>
                  <a:cubicBezTo>
                    <a:pt x="5378" y="2931"/>
                    <a:pt x="5394" y="2936"/>
                    <a:pt x="5410" y="2936"/>
                  </a:cubicBezTo>
                  <a:cubicBezTo>
                    <a:pt x="5442" y="2936"/>
                    <a:pt x="5476" y="2914"/>
                    <a:pt x="5476" y="2861"/>
                  </a:cubicBezTo>
                  <a:lnTo>
                    <a:pt x="5476" y="2150"/>
                  </a:lnTo>
                  <a:cubicBezTo>
                    <a:pt x="5476" y="1899"/>
                    <a:pt x="5271" y="1695"/>
                    <a:pt x="5020" y="1695"/>
                  </a:cubicBezTo>
                  <a:lnTo>
                    <a:pt x="4051" y="1695"/>
                  </a:lnTo>
                  <a:cubicBezTo>
                    <a:pt x="3971" y="1695"/>
                    <a:pt x="3907" y="1630"/>
                    <a:pt x="3907" y="1550"/>
                  </a:cubicBezTo>
                  <a:cubicBezTo>
                    <a:pt x="3907" y="1475"/>
                    <a:pt x="3939" y="1405"/>
                    <a:pt x="3993" y="1352"/>
                  </a:cubicBezTo>
                  <a:cubicBezTo>
                    <a:pt x="4141" y="1209"/>
                    <a:pt x="4234" y="1009"/>
                    <a:pt x="4234" y="786"/>
                  </a:cubicBezTo>
                  <a:cubicBezTo>
                    <a:pt x="4234" y="352"/>
                    <a:pt x="3882" y="0"/>
                    <a:pt x="3447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1469;p31">
            <a:extLst>
              <a:ext uri="{FF2B5EF4-FFF2-40B4-BE49-F238E27FC236}">
                <a16:creationId xmlns:a16="http://schemas.microsoft.com/office/drawing/2014/main" id="{0C841924-C141-4CEC-9974-D19BB4AFE0B7}"/>
              </a:ext>
            </a:extLst>
          </p:cNvPr>
          <p:cNvGrpSpPr/>
          <p:nvPr/>
        </p:nvGrpSpPr>
        <p:grpSpPr>
          <a:xfrm>
            <a:off x="4061751" y="4268895"/>
            <a:ext cx="429113" cy="393562"/>
            <a:chOff x="3051756" y="3165670"/>
            <a:chExt cx="376321" cy="346187"/>
          </a:xfrm>
        </p:grpSpPr>
        <p:sp>
          <p:nvSpPr>
            <p:cNvPr id="56" name="Google Shape;1470;p31">
              <a:extLst>
                <a:ext uri="{FF2B5EF4-FFF2-40B4-BE49-F238E27FC236}">
                  <a16:creationId xmlns:a16="http://schemas.microsoft.com/office/drawing/2014/main" id="{55726D2B-18DE-4180-AC3A-05B26F79E027}"/>
                </a:ext>
              </a:extLst>
            </p:cNvPr>
            <p:cNvSpPr/>
            <p:nvPr/>
          </p:nvSpPr>
          <p:spPr>
            <a:xfrm>
              <a:off x="3068936" y="3183354"/>
              <a:ext cx="359141" cy="328503"/>
            </a:xfrm>
            <a:custGeom>
              <a:avLst/>
              <a:gdLst/>
              <a:ahLst/>
              <a:cxnLst/>
              <a:rect l="l" t="t" r="r" b="b"/>
              <a:pathLst>
                <a:path w="5486" h="5018" fill="none" extrusionOk="0">
                  <a:moveTo>
                    <a:pt x="5486" y="2277"/>
                  </a:moveTo>
                  <a:cubicBezTo>
                    <a:pt x="5486" y="1020"/>
                    <a:pt x="4258" y="1"/>
                    <a:pt x="2743" y="1"/>
                  </a:cubicBezTo>
                  <a:cubicBezTo>
                    <a:pt x="1228" y="1"/>
                    <a:pt x="1" y="1020"/>
                    <a:pt x="1" y="2277"/>
                  </a:cubicBezTo>
                  <a:cubicBezTo>
                    <a:pt x="1" y="3533"/>
                    <a:pt x="1228" y="4552"/>
                    <a:pt x="2743" y="4552"/>
                  </a:cubicBezTo>
                  <a:cubicBezTo>
                    <a:pt x="2987" y="4552"/>
                    <a:pt x="3222" y="4523"/>
                    <a:pt x="3446" y="4475"/>
                  </a:cubicBezTo>
                  <a:cubicBezTo>
                    <a:pt x="3801" y="4775"/>
                    <a:pt x="4193" y="4989"/>
                    <a:pt x="4663" y="5018"/>
                  </a:cubicBezTo>
                  <a:cubicBezTo>
                    <a:pt x="4474" y="4773"/>
                    <a:pt x="4360" y="4480"/>
                    <a:pt x="4352" y="4117"/>
                  </a:cubicBezTo>
                  <a:cubicBezTo>
                    <a:pt x="5039" y="3704"/>
                    <a:pt x="5486" y="3034"/>
                    <a:pt x="5486" y="2277"/>
                  </a:cubicBezTo>
                  <a:close/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71;p31">
              <a:extLst>
                <a:ext uri="{FF2B5EF4-FFF2-40B4-BE49-F238E27FC236}">
                  <a16:creationId xmlns:a16="http://schemas.microsoft.com/office/drawing/2014/main" id="{55FAF6A2-BA78-4D0C-9C7B-30A5D2B6B1D3}"/>
                </a:ext>
              </a:extLst>
            </p:cNvPr>
            <p:cNvSpPr/>
            <p:nvPr/>
          </p:nvSpPr>
          <p:spPr>
            <a:xfrm>
              <a:off x="3149390" y="3313035"/>
              <a:ext cx="198359" cy="40719"/>
            </a:xfrm>
            <a:custGeom>
              <a:avLst/>
              <a:gdLst/>
              <a:ahLst/>
              <a:cxnLst/>
              <a:rect l="l" t="t" r="r" b="b"/>
              <a:pathLst>
                <a:path w="3030" h="622" extrusionOk="0">
                  <a:moveTo>
                    <a:pt x="310" y="1"/>
                  </a:moveTo>
                  <a:cubicBezTo>
                    <a:pt x="139" y="1"/>
                    <a:pt x="0" y="140"/>
                    <a:pt x="0" y="312"/>
                  </a:cubicBezTo>
                  <a:cubicBezTo>
                    <a:pt x="0" y="483"/>
                    <a:pt x="139" y="622"/>
                    <a:pt x="310" y="622"/>
                  </a:cubicBezTo>
                  <a:cubicBezTo>
                    <a:pt x="481" y="622"/>
                    <a:pt x="620" y="483"/>
                    <a:pt x="620" y="312"/>
                  </a:cubicBezTo>
                  <a:cubicBezTo>
                    <a:pt x="620" y="140"/>
                    <a:pt x="481" y="1"/>
                    <a:pt x="310" y="1"/>
                  </a:cubicBezTo>
                  <a:close/>
                  <a:moveTo>
                    <a:pt x="1514" y="1"/>
                  </a:moveTo>
                  <a:cubicBezTo>
                    <a:pt x="1343" y="1"/>
                    <a:pt x="1204" y="140"/>
                    <a:pt x="1204" y="312"/>
                  </a:cubicBezTo>
                  <a:cubicBezTo>
                    <a:pt x="1204" y="483"/>
                    <a:pt x="1343" y="622"/>
                    <a:pt x="1514" y="622"/>
                  </a:cubicBezTo>
                  <a:cubicBezTo>
                    <a:pt x="1685" y="622"/>
                    <a:pt x="1824" y="483"/>
                    <a:pt x="1824" y="312"/>
                  </a:cubicBezTo>
                  <a:cubicBezTo>
                    <a:pt x="1824" y="140"/>
                    <a:pt x="1685" y="1"/>
                    <a:pt x="1514" y="1"/>
                  </a:cubicBezTo>
                  <a:close/>
                  <a:moveTo>
                    <a:pt x="2718" y="1"/>
                  </a:moveTo>
                  <a:cubicBezTo>
                    <a:pt x="2547" y="1"/>
                    <a:pt x="2408" y="140"/>
                    <a:pt x="2408" y="312"/>
                  </a:cubicBezTo>
                  <a:cubicBezTo>
                    <a:pt x="2408" y="483"/>
                    <a:pt x="2547" y="622"/>
                    <a:pt x="2718" y="622"/>
                  </a:cubicBezTo>
                  <a:cubicBezTo>
                    <a:pt x="2890" y="622"/>
                    <a:pt x="3029" y="483"/>
                    <a:pt x="3029" y="312"/>
                  </a:cubicBezTo>
                  <a:cubicBezTo>
                    <a:pt x="3029" y="140"/>
                    <a:pt x="2890" y="1"/>
                    <a:pt x="2718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72;p31">
              <a:extLst>
                <a:ext uri="{FF2B5EF4-FFF2-40B4-BE49-F238E27FC236}">
                  <a16:creationId xmlns:a16="http://schemas.microsoft.com/office/drawing/2014/main" id="{BA737B1B-CB9C-4701-BE09-5E677114D800}"/>
                </a:ext>
              </a:extLst>
            </p:cNvPr>
            <p:cNvSpPr/>
            <p:nvPr/>
          </p:nvSpPr>
          <p:spPr>
            <a:xfrm>
              <a:off x="3051756" y="3165670"/>
              <a:ext cx="359141" cy="328503"/>
            </a:xfrm>
            <a:custGeom>
              <a:avLst/>
              <a:gdLst/>
              <a:ahLst/>
              <a:cxnLst/>
              <a:rect l="l" t="t" r="r" b="b"/>
              <a:pathLst>
                <a:path w="5486" h="5018" fill="none" extrusionOk="0">
                  <a:moveTo>
                    <a:pt x="5486" y="2277"/>
                  </a:moveTo>
                  <a:cubicBezTo>
                    <a:pt x="5486" y="1019"/>
                    <a:pt x="4258" y="0"/>
                    <a:pt x="2743" y="0"/>
                  </a:cubicBezTo>
                  <a:cubicBezTo>
                    <a:pt x="1228" y="0"/>
                    <a:pt x="1" y="1019"/>
                    <a:pt x="1" y="2277"/>
                  </a:cubicBezTo>
                  <a:cubicBezTo>
                    <a:pt x="1" y="3533"/>
                    <a:pt x="1228" y="4552"/>
                    <a:pt x="2743" y="4552"/>
                  </a:cubicBezTo>
                  <a:cubicBezTo>
                    <a:pt x="2987" y="4552"/>
                    <a:pt x="3222" y="4523"/>
                    <a:pt x="3446" y="4474"/>
                  </a:cubicBezTo>
                  <a:cubicBezTo>
                    <a:pt x="3801" y="4775"/>
                    <a:pt x="4193" y="4989"/>
                    <a:pt x="4663" y="5017"/>
                  </a:cubicBezTo>
                  <a:cubicBezTo>
                    <a:pt x="4474" y="4774"/>
                    <a:pt x="4361" y="4479"/>
                    <a:pt x="4352" y="4116"/>
                  </a:cubicBezTo>
                  <a:cubicBezTo>
                    <a:pt x="5039" y="3703"/>
                    <a:pt x="5486" y="3034"/>
                    <a:pt x="5486" y="2277"/>
                  </a:cubicBezTo>
                  <a:close/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73;p31">
              <a:extLst>
                <a:ext uri="{FF2B5EF4-FFF2-40B4-BE49-F238E27FC236}">
                  <a16:creationId xmlns:a16="http://schemas.microsoft.com/office/drawing/2014/main" id="{FDA3B1C0-A06A-4D41-A4A5-D421B884F5A2}"/>
                </a:ext>
              </a:extLst>
            </p:cNvPr>
            <p:cNvSpPr/>
            <p:nvPr/>
          </p:nvSpPr>
          <p:spPr>
            <a:xfrm>
              <a:off x="3124186" y="3304656"/>
              <a:ext cx="198293" cy="40719"/>
            </a:xfrm>
            <a:custGeom>
              <a:avLst/>
              <a:gdLst/>
              <a:ahLst/>
              <a:cxnLst/>
              <a:rect l="l" t="t" r="r" b="b"/>
              <a:pathLst>
                <a:path w="3029" h="622" extrusionOk="0">
                  <a:moveTo>
                    <a:pt x="310" y="0"/>
                  </a:moveTo>
                  <a:cubicBezTo>
                    <a:pt x="139" y="0"/>
                    <a:pt x="0" y="139"/>
                    <a:pt x="0" y="311"/>
                  </a:cubicBezTo>
                  <a:cubicBezTo>
                    <a:pt x="0" y="482"/>
                    <a:pt x="139" y="621"/>
                    <a:pt x="310" y="621"/>
                  </a:cubicBezTo>
                  <a:cubicBezTo>
                    <a:pt x="481" y="621"/>
                    <a:pt x="620" y="482"/>
                    <a:pt x="620" y="311"/>
                  </a:cubicBezTo>
                  <a:cubicBezTo>
                    <a:pt x="620" y="139"/>
                    <a:pt x="481" y="0"/>
                    <a:pt x="310" y="0"/>
                  </a:cubicBezTo>
                  <a:close/>
                  <a:moveTo>
                    <a:pt x="1514" y="0"/>
                  </a:moveTo>
                  <a:cubicBezTo>
                    <a:pt x="1343" y="0"/>
                    <a:pt x="1204" y="139"/>
                    <a:pt x="1204" y="311"/>
                  </a:cubicBezTo>
                  <a:cubicBezTo>
                    <a:pt x="1204" y="482"/>
                    <a:pt x="1343" y="621"/>
                    <a:pt x="1514" y="621"/>
                  </a:cubicBezTo>
                  <a:cubicBezTo>
                    <a:pt x="1685" y="621"/>
                    <a:pt x="1824" y="482"/>
                    <a:pt x="1824" y="311"/>
                  </a:cubicBezTo>
                  <a:cubicBezTo>
                    <a:pt x="1824" y="139"/>
                    <a:pt x="1685" y="0"/>
                    <a:pt x="1514" y="0"/>
                  </a:cubicBezTo>
                  <a:close/>
                  <a:moveTo>
                    <a:pt x="2718" y="0"/>
                  </a:moveTo>
                  <a:cubicBezTo>
                    <a:pt x="2547" y="0"/>
                    <a:pt x="2408" y="139"/>
                    <a:pt x="2408" y="311"/>
                  </a:cubicBezTo>
                  <a:cubicBezTo>
                    <a:pt x="2408" y="482"/>
                    <a:pt x="2547" y="621"/>
                    <a:pt x="2718" y="621"/>
                  </a:cubicBezTo>
                  <a:cubicBezTo>
                    <a:pt x="2890" y="621"/>
                    <a:pt x="3029" y="482"/>
                    <a:pt x="3029" y="311"/>
                  </a:cubicBezTo>
                  <a:cubicBezTo>
                    <a:pt x="3029" y="139"/>
                    <a:pt x="2890" y="0"/>
                    <a:pt x="2718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1447;p31">
            <a:extLst>
              <a:ext uri="{FF2B5EF4-FFF2-40B4-BE49-F238E27FC236}">
                <a16:creationId xmlns:a16="http://schemas.microsoft.com/office/drawing/2014/main" id="{595CFB6B-421F-475E-A665-1512BEC29A4F}"/>
              </a:ext>
            </a:extLst>
          </p:cNvPr>
          <p:cNvSpPr/>
          <p:nvPr/>
        </p:nvSpPr>
        <p:spPr>
          <a:xfrm>
            <a:off x="5598651" y="3208565"/>
            <a:ext cx="833644" cy="673826"/>
          </a:xfrm>
          <a:custGeom>
            <a:avLst/>
            <a:gdLst/>
            <a:ahLst/>
            <a:cxnLst/>
            <a:rect l="l" t="t" r="r" b="b"/>
            <a:pathLst>
              <a:path w="5094" h="4034" extrusionOk="0">
                <a:moveTo>
                  <a:pt x="1244" y="0"/>
                </a:moveTo>
                <a:cubicBezTo>
                  <a:pt x="618" y="0"/>
                  <a:pt x="1" y="350"/>
                  <a:pt x="1" y="1080"/>
                </a:cubicBezTo>
                <a:cubicBezTo>
                  <a:pt x="1" y="2277"/>
                  <a:pt x="1656" y="3519"/>
                  <a:pt x="2297" y="3956"/>
                </a:cubicBezTo>
                <a:cubicBezTo>
                  <a:pt x="2374" y="4008"/>
                  <a:pt x="2460" y="4034"/>
                  <a:pt x="2547" y="4034"/>
                </a:cubicBezTo>
                <a:cubicBezTo>
                  <a:pt x="2634" y="4034"/>
                  <a:pt x="2721" y="4008"/>
                  <a:pt x="2797" y="3956"/>
                </a:cubicBezTo>
                <a:cubicBezTo>
                  <a:pt x="3438" y="3519"/>
                  <a:pt x="5094" y="2277"/>
                  <a:pt x="5094" y="1080"/>
                </a:cubicBezTo>
                <a:cubicBezTo>
                  <a:pt x="5094" y="352"/>
                  <a:pt x="4480" y="6"/>
                  <a:pt x="3856" y="6"/>
                </a:cubicBezTo>
                <a:cubicBezTo>
                  <a:pt x="3207" y="6"/>
                  <a:pt x="2547" y="378"/>
                  <a:pt x="2547" y="1080"/>
                </a:cubicBezTo>
                <a:cubicBezTo>
                  <a:pt x="2546" y="372"/>
                  <a:pt x="1890" y="0"/>
                  <a:pt x="1244" y="0"/>
                </a:cubicBezTo>
                <a:close/>
              </a:path>
            </a:pathLst>
          </a:custGeom>
          <a:solidFill>
            <a:srgbClr val="74D3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1194;p27">
            <a:extLst>
              <a:ext uri="{FF2B5EF4-FFF2-40B4-BE49-F238E27FC236}">
                <a16:creationId xmlns:a16="http://schemas.microsoft.com/office/drawing/2014/main" id="{4FA4ADA0-B9CC-4454-88A7-A0AAD520F7C7}"/>
              </a:ext>
            </a:extLst>
          </p:cNvPr>
          <p:cNvGrpSpPr/>
          <p:nvPr/>
        </p:nvGrpSpPr>
        <p:grpSpPr>
          <a:xfrm>
            <a:off x="4663477" y="2664722"/>
            <a:ext cx="458316" cy="413684"/>
            <a:chOff x="3060095" y="3807951"/>
            <a:chExt cx="518868" cy="468340"/>
          </a:xfrm>
        </p:grpSpPr>
        <p:sp>
          <p:nvSpPr>
            <p:cNvPr id="63" name="Google Shape;1195;p27">
              <a:extLst>
                <a:ext uri="{FF2B5EF4-FFF2-40B4-BE49-F238E27FC236}">
                  <a16:creationId xmlns:a16="http://schemas.microsoft.com/office/drawing/2014/main" id="{D201B4B2-6E52-4567-96F6-EAB5316F4619}"/>
                </a:ext>
              </a:extLst>
            </p:cNvPr>
            <p:cNvSpPr/>
            <p:nvPr/>
          </p:nvSpPr>
          <p:spPr>
            <a:xfrm>
              <a:off x="3060095" y="3907431"/>
              <a:ext cx="518868" cy="368860"/>
            </a:xfrm>
            <a:custGeom>
              <a:avLst/>
              <a:gdLst/>
              <a:ahLst/>
              <a:cxnLst/>
              <a:rect l="l" t="t" r="r" b="b"/>
              <a:pathLst>
                <a:path w="3286" h="2336" extrusionOk="0">
                  <a:moveTo>
                    <a:pt x="1050" y="0"/>
                  </a:moveTo>
                  <a:cubicBezTo>
                    <a:pt x="861" y="0"/>
                    <a:pt x="655" y="70"/>
                    <a:pt x="478" y="291"/>
                  </a:cubicBezTo>
                  <a:cubicBezTo>
                    <a:pt x="0" y="888"/>
                    <a:pt x="660" y="2100"/>
                    <a:pt x="984" y="2277"/>
                  </a:cubicBezTo>
                  <a:cubicBezTo>
                    <a:pt x="1063" y="2320"/>
                    <a:pt x="1133" y="2336"/>
                    <a:pt x="1198" y="2336"/>
                  </a:cubicBezTo>
                  <a:cubicBezTo>
                    <a:pt x="1391" y="2336"/>
                    <a:pt x="1528" y="2191"/>
                    <a:pt x="1644" y="2182"/>
                  </a:cubicBezTo>
                  <a:cubicBezTo>
                    <a:pt x="1758" y="2191"/>
                    <a:pt x="1895" y="2336"/>
                    <a:pt x="2088" y="2336"/>
                  </a:cubicBezTo>
                  <a:cubicBezTo>
                    <a:pt x="2153" y="2336"/>
                    <a:pt x="2224" y="2320"/>
                    <a:pt x="2302" y="2277"/>
                  </a:cubicBezTo>
                  <a:cubicBezTo>
                    <a:pt x="2627" y="2100"/>
                    <a:pt x="3286" y="888"/>
                    <a:pt x="2808" y="291"/>
                  </a:cubicBezTo>
                  <a:cubicBezTo>
                    <a:pt x="2631" y="70"/>
                    <a:pt x="2426" y="0"/>
                    <a:pt x="2237" y="0"/>
                  </a:cubicBezTo>
                  <a:cubicBezTo>
                    <a:pt x="1916" y="0"/>
                    <a:pt x="1644" y="201"/>
                    <a:pt x="1644" y="201"/>
                  </a:cubicBezTo>
                  <a:cubicBezTo>
                    <a:pt x="1644" y="201"/>
                    <a:pt x="1371" y="0"/>
                    <a:pt x="10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196;p27">
              <a:extLst>
                <a:ext uri="{FF2B5EF4-FFF2-40B4-BE49-F238E27FC236}">
                  <a16:creationId xmlns:a16="http://schemas.microsoft.com/office/drawing/2014/main" id="{16B01E5C-BF66-41B5-B84E-5AAFA03D3F8D}"/>
                </a:ext>
              </a:extLst>
            </p:cNvPr>
            <p:cNvSpPr/>
            <p:nvPr/>
          </p:nvSpPr>
          <p:spPr>
            <a:xfrm>
              <a:off x="3319374" y="3807951"/>
              <a:ext cx="101216" cy="103742"/>
            </a:xfrm>
            <a:custGeom>
              <a:avLst/>
              <a:gdLst/>
              <a:ahLst/>
              <a:cxnLst/>
              <a:rect l="l" t="t" r="r" b="b"/>
              <a:pathLst>
                <a:path w="641" h="657" extrusionOk="0">
                  <a:moveTo>
                    <a:pt x="601" y="0"/>
                  </a:moveTo>
                  <a:cubicBezTo>
                    <a:pt x="601" y="0"/>
                    <a:pt x="26" y="12"/>
                    <a:pt x="1" y="657"/>
                  </a:cubicBezTo>
                  <a:cubicBezTo>
                    <a:pt x="641" y="573"/>
                    <a:pt x="601" y="0"/>
                    <a:pt x="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59043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EDFC-4D3F-6E02-C862-E9815AB7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ar-JO" dirty="0"/>
              <a:t>ماهية النفس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575091-BE89-2DE5-E09C-1067FC6403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75172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6440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CB37B-2DBE-8284-5A7D-A9974915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ar-JO" dirty="0"/>
              <a:t>الروح بالمعنى النفسي في النصوص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B481E9-F767-4F32-727A-F80AB563C3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7828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8795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" y="-2031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9" name="Rounded Rectangle 17">
            <a:extLst>
              <a:ext uri="{FF2B5EF4-FFF2-40B4-BE49-F238E27FC236}">
                <a16:creationId xmlns:a16="http://schemas.microsoft.com/office/drawing/2014/main" id="{4A24DABC-3FF6-4161-A8B7-77F8D9160730}"/>
              </a:ext>
            </a:extLst>
          </p:cNvPr>
          <p:cNvSpPr/>
          <p:nvPr/>
        </p:nvSpPr>
        <p:spPr>
          <a:xfrm>
            <a:off x="1846724" y="1732803"/>
            <a:ext cx="10187326" cy="3222058"/>
          </a:xfrm>
          <a:prstGeom prst="roundRect">
            <a:avLst>
              <a:gd name="adj" fmla="val 50000"/>
            </a:avLst>
          </a:prstGeom>
          <a:solidFill>
            <a:srgbClr val="007471"/>
          </a:soli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lvl="0" algn="ctr" defTabSz="914354"/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E8830FE-A040-4B68-8F4D-314D0FE7EAB9}"/>
              </a:ext>
            </a:extLst>
          </p:cNvPr>
          <p:cNvSpPr/>
          <p:nvPr/>
        </p:nvSpPr>
        <p:spPr>
          <a:xfrm>
            <a:off x="2007687" y="1991696"/>
            <a:ext cx="972967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JO" sz="7200" b="1" dirty="0">
                <a:solidFill>
                  <a:schemeClr val="bg1"/>
                </a:solidFill>
              </a:rPr>
              <a:t>المحور الثالث</a:t>
            </a:r>
          </a:p>
          <a:p>
            <a:pPr algn="ctr" rtl="1"/>
            <a:r>
              <a:rPr lang="ar-JO" sz="7200" b="1" dirty="0">
                <a:solidFill>
                  <a:schemeClr val="bg1"/>
                </a:solidFill>
              </a:rPr>
              <a:t>كيف نفكر ؟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</p:spTree>
    <p:extLst>
      <p:ext uri="{BB962C8B-B14F-4D97-AF65-F5344CB8AC3E}">
        <p14:creationId xmlns:p14="http://schemas.microsoft.com/office/powerpoint/2010/main" val="394390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00F3-1C87-D7AC-422A-6294188FE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ar-JO" dirty="0"/>
              <a:t>كيف نفكّر 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AE679-75F2-8D99-7DDE-F285CA81B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r" rtl="1">
              <a:buFont typeface="+mj-lt"/>
              <a:buAutoNum type="arabicPeriod"/>
            </a:pPr>
            <a:r>
              <a:rPr lang="ar-JO" sz="3200" dirty="0"/>
              <a:t>البيئة : أولياء الرحمن وأولياء الشيطان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ar-JO" sz="3200" dirty="0"/>
              <a:t>الواردات والخواطر : رحمانية ، ملائكية ، شيطانية ،نفسانيّة 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ar-JO" sz="3200" dirty="0"/>
              <a:t>النفس : جسد وروح " نفس شهوانية + عقل " : أيهما أقوى ينتصر غالباً 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ar-JO" sz="3200" dirty="0"/>
              <a:t>مشيئة الإنسان : "إرادة الإنسان" وقراره بمشيئة الله</a:t>
            </a:r>
          </a:p>
          <a:p>
            <a:pPr marL="514350" indent="-514350" algn="r" rtl="1">
              <a:buFont typeface="+mj-lt"/>
              <a:buAutoNum type="arabicPeriod"/>
            </a:pPr>
            <a:endParaRPr lang="ar-JO" sz="3200" dirty="0"/>
          </a:p>
          <a:p>
            <a:pPr marL="0" indent="0" algn="r" rtl="1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64502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2DB4AB21-53AC-48A9-ADF4-81279295B4A3}"/>
              </a:ext>
            </a:extLst>
          </p:cNvPr>
          <p:cNvSpPr/>
          <p:nvPr/>
        </p:nvSpPr>
        <p:spPr>
          <a:xfrm>
            <a:off x="1195725" y="370133"/>
            <a:ext cx="9789459" cy="1419374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rgbClr val="E3E4EB"/>
              </a:gs>
              <a:gs pos="100000">
                <a:srgbClr val="E3E4EB">
                  <a:lumMod val="30000"/>
                  <a:lumOff val="70000"/>
                </a:srgbClr>
              </a:gs>
            </a:gsLst>
            <a:lin ang="2700000" scaled="0"/>
          </a:gra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algn="ctr" rtl="1"/>
            <a:r>
              <a:rPr lang="ar-JO" sz="4800" dirty="0">
                <a:solidFill>
                  <a:srgbClr val="002060"/>
                </a:solidFill>
              </a:rPr>
              <a:t>الحُكم على الشيء فرعٌ عن تصوّره</a:t>
            </a:r>
          </a:p>
          <a:p>
            <a:pPr algn="ctr" rtl="1"/>
            <a:r>
              <a:rPr lang="ar-JO" sz="4800" dirty="0">
                <a:solidFill>
                  <a:srgbClr val="002060"/>
                </a:solidFill>
              </a:rPr>
              <a:t>النموذج المعرفي الحاسوبي</a:t>
            </a:r>
            <a:endParaRPr lang="en-US" sz="4800" dirty="0">
              <a:solidFill>
                <a:srgbClr val="00206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DC9584-CF16-4F87-AE38-91B2FE34B95B}"/>
              </a:ext>
            </a:extLst>
          </p:cNvPr>
          <p:cNvGrpSpPr/>
          <p:nvPr/>
        </p:nvGrpSpPr>
        <p:grpSpPr>
          <a:xfrm>
            <a:off x="6835564" y="2193375"/>
            <a:ext cx="1485417" cy="3815543"/>
            <a:chOff x="6857867" y="1959175"/>
            <a:chExt cx="1485417" cy="3815543"/>
          </a:xfrm>
          <a:solidFill>
            <a:srgbClr val="EC7524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0FB3C59-954A-4B5B-A49A-90377BE0B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867" y="1959175"/>
              <a:ext cx="1485417" cy="3360840"/>
            </a:xfrm>
            <a:custGeom>
              <a:avLst/>
              <a:gdLst>
                <a:gd name="connsiteX0" fmla="*/ 227834 w 1485417"/>
                <a:gd name="connsiteY0" fmla="*/ 0 h 3360840"/>
                <a:gd name="connsiteX1" fmla="*/ 309295 w 1485417"/>
                <a:gd name="connsiteY1" fmla="*/ 39238 h 3360840"/>
                <a:gd name="connsiteX2" fmla="*/ 1485417 w 1485417"/>
                <a:gd name="connsiteY2" fmla="*/ 2014739 h 3360840"/>
                <a:gd name="connsiteX3" fmla="*/ 1408731 w 1485417"/>
                <a:gd name="connsiteY3" fmla="*/ 2596386 h 3360840"/>
                <a:gd name="connsiteX4" fmla="*/ 1387653 w 1485417"/>
                <a:gd name="connsiteY4" fmla="*/ 2665827 h 3360840"/>
                <a:gd name="connsiteX5" fmla="*/ 1383452 w 1485417"/>
                <a:gd name="connsiteY5" fmla="*/ 2682164 h 3360840"/>
                <a:gd name="connsiteX6" fmla="*/ 1377957 w 1485417"/>
                <a:gd name="connsiteY6" fmla="*/ 2697769 h 3360840"/>
                <a:gd name="connsiteX7" fmla="*/ 1366135 w 1485417"/>
                <a:gd name="connsiteY7" fmla="*/ 2736716 h 3360840"/>
                <a:gd name="connsiteX8" fmla="*/ 1336706 w 1485417"/>
                <a:gd name="connsiteY8" fmla="*/ 2814915 h 3360840"/>
                <a:gd name="connsiteX9" fmla="*/ 1328628 w 1485417"/>
                <a:gd name="connsiteY9" fmla="*/ 2837857 h 3360840"/>
                <a:gd name="connsiteX10" fmla="*/ 1324650 w 1485417"/>
                <a:gd name="connsiteY10" fmla="*/ 2846950 h 3360840"/>
                <a:gd name="connsiteX11" fmla="*/ 1314429 w 1485417"/>
                <a:gd name="connsiteY11" fmla="*/ 2874110 h 3360840"/>
                <a:gd name="connsiteX12" fmla="*/ 1265908 w 1485417"/>
                <a:gd name="connsiteY12" fmla="*/ 2981252 h 3360840"/>
                <a:gd name="connsiteX13" fmla="*/ 1262926 w 1485417"/>
                <a:gd name="connsiteY13" fmla="*/ 2988071 h 3360840"/>
                <a:gd name="connsiteX14" fmla="*/ 1262180 w 1485417"/>
                <a:gd name="connsiteY14" fmla="*/ 2989484 h 3360840"/>
                <a:gd name="connsiteX15" fmla="*/ 1253742 w 1485417"/>
                <a:gd name="connsiteY15" fmla="*/ 3008118 h 3360840"/>
                <a:gd name="connsiteX16" fmla="*/ 1184203 w 1485417"/>
                <a:gd name="connsiteY16" fmla="*/ 3138287 h 3360840"/>
                <a:gd name="connsiteX17" fmla="*/ 1183396 w 1485417"/>
                <a:gd name="connsiteY17" fmla="*/ 3137821 h 3360840"/>
                <a:gd name="connsiteX18" fmla="*/ 1100795 w 1485417"/>
                <a:gd name="connsiteY18" fmla="*/ 3270159 h 3360840"/>
                <a:gd name="connsiteX19" fmla="*/ 1032990 w 1485417"/>
                <a:gd name="connsiteY19" fmla="*/ 3360840 h 3360840"/>
                <a:gd name="connsiteX20" fmla="*/ 795563 w 1485417"/>
                <a:gd name="connsiteY20" fmla="*/ 3360840 h 3360840"/>
                <a:gd name="connsiteX21" fmla="*/ 795563 w 1485417"/>
                <a:gd name="connsiteY21" fmla="*/ 3302953 h 3360840"/>
                <a:gd name="connsiteX22" fmla="*/ 798069 w 1485417"/>
                <a:gd name="connsiteY22" fmla="*/ 3300195 h 3360840"/>
                <a:gd name="connsiteX23" fmla="*/ 914423 w 1485417"/>
                <a:gd name="connsiteY23" fmla="*/ 3144570 h 3360840"/>
                <a:gd name="connsiteX24" fmla="*/ 1006864 w 1485417"/>
                <a:gd name="connsiteY24" fmla="*/ 2992371 h 3360840"/>
                <a:gd name="connsiteX25" fmla="*/ 1037796 w 1485417"/>
                <a:gd name="connsiteY25" fmla="*/ 2931925 h 3360840"/>
                <a:gd name="connsiteX26" fmla="*/ 1095679 w 1485417"/>
                <a:gd name="connsiteY26" fmla="*/ 2811731 h 3360840"/>
                <a:gd name="connsiteX27" fmla="*/ 1115304 w 1485417"/>
                <a:gd name="connsiteY27" fmla="*/ 2761433 h 3360840"/>
                <a:gd name="connsiteX28" fmla="*/ 1166352 w 1485417"/>
                <a:gd name="connsiteY28" fmla="*/ 2621909 h 3360840"/>
                <a:gd name="connsiteX29" fmla="*/ 1175437 w 1485417"/>
                <a:gd name="connsiteY29" fmla="*/ 2589313 h 3360840"/>
                <a:gd name="connsiteX30" fmla="*/ 1183593 w 1485417"/>
                <a:gd name="connsiteY30" fmla="*/ 2557579 h 3360840"/>
                <a:gd name="connsiteX31" fmla="*/ 1184282 w 1485417"/>
                <a:gd name="connsiteY31" fmla="*/ 2557579 h 3360840"/>
                <a:gd name="connsiteX32" fmla="*/ 1211589 w 1485417"/>
                <a:gd name="connsiteY32" fmla="*/ 2459603 h 3360840"/>
                <a:gd name="connsiteX33" fmla="*/ 249297 w 1485417"/>
                <a:gd name="connsiteY33" fmla="*/ 263651 h 3360840"/>
                <a:gd name="connsiteX34" fmla="*/ 11627 w 1485417"/>
                <a:gd name="connsiteY34" fmla="*/ 146345 h 3360840"/>
                <a:gd name="connsiteX35" fmla="*/ 0 w 1485417"/>
                <a:gd name="connsiteY35" fmla="*/ 142397 h 336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485417" h="3360840">
                  <a:moveTo>
                    <a:pt x="227834" y="0"/>
                  </a:moveTo>
                  <a:lnTo>
                    <a:pt x="309295" y="39238"/>
                  </a:lnTo>
                  <a:cubicBezTo>
                    <a:pt x="1009828" y="419748"/>
                    <a:pt x="1485417" y="1161832"/>
                    <a:pt x="1485417" y="2014739"/>
                  </a:cubicBezTo>
                  <a:cubicBezTo>
                    <a:pt x="1485417" y="2212037"/>
                    <a:pt x="1459394" y="2407523"/>
                    <a:pt x="1408731" y="2596386"/>
                  </a:cubicBezTo>
                  <a:lnTo>
                    <a:pt x="1387653" y="2665827"/>
                  </a:lnTo>
                  <a:lnTo>
                    <a:pt x="1383452" y="2682164"/>
                  </a:lnTo>
                  <a:lnTo>
                    <a:pt x="1377957" y="2697769"/>
                  </a:lnTo>
                  <a:lnTo>
                    <a:pt x="1366135" y="2736716"/>
                  </a:lnTo>
                  <a:lnTo>
                    <a:pt x="1336706" y="2814915"/>
                  </a:lnTo>
                  <a:lnTo>
                    <a:pt x="1328628" y="2837857"/>
                  </a:lnTo>
                  <a:lnTo>
                    <a:pt x="1324650" y="2846950"/>
                  </a:lnTo>
                  <a:lnTo>
                    <a:pt x="1314429" y="2874110"/>
                  </a:lnTo>
                  <a:lnTo>
                    <a:pt x="1265908" y="2981252"/>
                  </a:lnTo>
                  <a:lnTo>
                    <a:pt x="1262926" y="2988071"/>
                  </a:lnTo>
                  <a:lnTo>
                    <a:pt x="1262180" y="2989484"/>
                  </a:lnTo>
                  <a:lnTo>
                    <a:pt x="1253742" y="3008118"/>
                  </a:lnTo>
                  <a:cubicBezTo>
                    <a:pt x="1232030" y="3052172"/>
                    <a:pt x="1208844" y="3095587"/>
                    <a:pt x="1184203" y="3138287"/>
                  </a:cubicBezTo>
                  <a:lnTo>
                    <a:pt x="1183396" y="3137821"/>
                  </a:lnTo>
                  <a:lnTo>
                    <a:pt x="1100795" y="3270159"/>
                  </a:lnTo>
                  <a:lnTo>
                    <a:pt x="1032990" y="3360840"/>
                  </a:lnTo>
                  <a:lnTo>
                    <a:pt x="795563" y="3360840"/>
                  </a:lnTo>
                  <a:lnTo>
                    <a:pt x="795563" y="3302953"/>
                  </a:lnTo>
                  <a:lnTo>
                    <a:pt x="798069" y="3300195"/>
                  </a:lnTo>
                  <a:cubicBezTo>
                    <a:pt x="839261" y="3250276"/>
                    <a:pt x="878102" y="3198344"/>
                    <a:pt x="914423" y="3144570"/>
                  </a:cubicBezTo>
                  <a:lnTo>
                    <a:pt x="1006864" y="2992371"/>
                  </a:lnTo>
                  <a:lnTo>
                    <a:pt x="1037796" y="2931925"/>
                  </a:lnTo>
                  <a:lnTo>
                    <a:pt x="1095679" y="2811731"/>
                  </a:lnTo>
                  <a:lnTo>
                    <a:pt x="1115304" y="2761433"/>
                  </a:lnTo>
                  <a:lnTo>
                    <a:pt x="1166352" y="2621909"/>
                  </a:lnTo>
                  <a:lnTo>
                    <a:pt x="1175437" y="2589313"/>
                  </a:lnTo>
                  <a:lnTo>
                    <a:pt x="1183593" y="2557579"/>
                  </a:lnTo>
                  <a:lnTo>
                    <a:pt x="1184282" y="2557579"/>
                  </a:lnTo>
                  <a:lnTo>
                    <a:pt x="1211589" y="2459603"/>
                  </a:lnTo>
                  <a:cubicBezTo>
                    <a:pt x="1401338" y="1618765"/>
                    <a:pt x="1035241" y="717460"/>
                    <a:pt x="249297" y="263651"/>
                  </a:cubicBezTo>
                  <a:cubicBezTo>
                    <a:pt x="172469" y="219235"/>
                    <a:pt x="93067" y="180086"/>
                    <a:pt x="11627" y="146345"/>
                  </a:cubicBezTo>
                  <a:lnTo>
                    <a:pt x="0" y="14239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9998E4E-7EC9-446C-9799-90D69F022C82}"/>
                </a:ext>
              </a:extLst>
            </p:cNvPr>
            <p:cNvSpPr/>
            <p:nvPr/>
          </p:nvSpPr>
          <p:spPr>
            <a:xfrm rot="7259074">
              <a:off x="7735102" y="4563353"/>
              <a:ext cx="648072" cy="343714"/>
            </a:xfrm>
            <a:custGeom>
              <a:avLst/>
              <a:gdLst>
                <a:gd name="connsiteX0" fmla="*/ 0 w 648072"/>
                <a:gd name="connsiteY0" fmla="*/ 343714 h 343714"/>
                <a:gd name="connsiteX1" fmla="*/ 0 w 648072"/>
                <a:gd name="connsiteY1" fmla="*/ 106829 h 343714"/>
                <a:gd name="connsiteX2" fmla="*/ 63220 w 648072"/>
                <a:gd name="connsiteY2" fmla="*/ 86485 h 343714"/>
                <a:gd name="connsiteX3" fmla="*/ 133603 w 648072"/>
                <a:gd name="connsiteY3" fmla="*/ 68807 h 343714"/>
                <a:gd name="connsiteX4" fmla="*/ 149772 w 648072"/>
                <a:gd name="connsiteY4" fmla="*/ 63998 h 343714"/>
                <a:gd name="connsiteX5" fmla="*/ 165979 w 648072"/>
                <a:gd name="connsiteY5" fmla="*/ 60675 h 343714"/>
                <a:gd name="connsiteX6" fmla="*/ 205454 w 648072"/>
                <a:gd name="connsiteY6" fmla="*/ 50760 h 343714"/>
                <a:gd name="connsiteX7" fmla="*/ 287645 w 648072"/>
                <a:gd name="connsiteY7" fmla="*/ 35732 h 343714"/>
                <a:gd name="connsiteX8" fmla="*/ 311472 w 648072"/>
                <a:gd name="connsiteY8" fmla="*/ 30847 h 343714"/>
                <a:gd name="connsiteX9" fmla="*/ 321315 w 648072"/>
                <a:gd name="connsiteY9" fmla="*/ 29576 h 343714"/>
                <a:gd name="connsiteX10" fmla="*/ 349862 w 648072"/>
                <a:gd name="connsiteY10" fmla="*/ 24357 h 343714"/>
                <a:gd name="connsiteX11" fmla="*/ 466694 w 648072"/>
                <a:gd name="connsiteY11" fmla="*/ 10796 h 343714"/>
                <a:gd name="connsiteX12" fmla="*/ 474075 w 648072"/>
                <a:gd name="connsiteY12" fmla="*/ 9842 h 343714"/>
                <a:gd name="connsiteX13" fmla="*/ 475671 w 648072"/>
                <a:gd name="connsiteY13" fmla="*/ 9755 h 343714"/>
                <a:gd name="connsiteX14" fmla="*/ 495990 w 648072"/>
                <a:gd name="connsiteY14" fmla="*/ 7396 h 343714"/>
                <a:gd name="connsiteX15" fmla="*/ 643383 w 648072"/>
                <a:gd name="connsiteY15" fmla="*/ 0 h 343714"/>
                <a:gd name="connsiteX16" fmla="*/ 643399 w 648072"/>
                <a:gd name="connsiteY16" fmla="*/ 932 h 343714"/>
                <a:gd name="connsiteX17" fmla="*/ 648072 w 648072"/>
                <a:gd name="connsiteY17" fmla="*/ 1012 h 343714"/>
                <a:gd name="connsiteX18" fmla="*/ 648072 w 648072"/>
                <a:gd name="connsiteY18" fmla="*/ 227346 h 343714"/>
                <a:gd name="connsiteX19" fmla="*/ 609584 w 648072"/>
                <a:gd name="connsiteY19" fmla="*/ 227152 h 343714"/>
                <a:gd name="connsiteX20" fmla="*/ 541839 w 648072"/>
                <a:gd name="connsiteY20" fmla="*/ 231752 h 343714"/>
                <a:gd name="connsiteX21" fmla="*/ 408998 w 648072"/>
                <a:gd name="connsiteY21" fmla="*/ 244005 h 343714"/>
                <a:gd name="connsiteX22" fmla="*/ 355774 w 648072"/>
                <a:gd name="connsiteY22" fmla="*/ 253075 h 343714"/>
                <a:gd name="connsiteX23" fmla="*/ 209879 w 648072"/>
                <a:gd name="connsiteY23" fmla="*/ 281139 h 343714"/>
                <a:gd name="connsiteX24" fmla="*/ 177258 w 648072"/>
                <a:gd name="connsiteY24" fmla="*/ 290131 h 343714"/>
                <a:gd name="connsiteX25" fmla="*/ 145853 w 648072"/>
                <a:gd name="connsiteY25" fmla="*/ 299475 h 343714"/>
                <a:gd name="connsiteX26" fmla="*/ 145498 w 648072"/>
                <a:gd name="connsiteY26" fmla="*/ 298885 h 343714"/>
                <a:gd name="connsiteX27" fmla="*/ 47445 w 648072"/>
                <a:gd name="connsiteY27" fmla="*/ 325913 h 343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48072" h="343714">
                  <a:moveTo>
                    <a:pt x="0" y="343714"/>
                  </a:moveTo>
                  <a:lnTo>
                    <a:pt x="0" y="106829"/>
                  </a:lnTo>
                  <a:lnTo>
                    <a:pt x="63220" y="86485"/>
                  </a:lnTo>
                  <a:lnTo>
                    <a:pt x="133603" y="68807"/>
                  </a:lnTo>
                  <a:lnTo>
                    <a:pt x="149772" y="63998"/>
                  </a:lnTo>
                  <a:lnTo>
                    <a:pt x="165979" y="60675"/>
                  </a:lnTo>
                  <a:lnTo>
                    <a:pt x="205454" y="50760"/>
                  </a:lnTo>
                  <a:lnTo>
                    <a:pt x="287645" y="35732"/>
                  </a:lnTo>
                  <a:lnTo>
                    <a:pt x="311472" y="30847"/>
                  </a:lnTo>
                  <a:lnTo>
                    <a:pt x="321315" y="29576"/>
                  </a:lnTo>
                  <a:lnTo>
                    <a:pt x="349862" y="24357"/>
                  </a:lnTo>
                  <a:lnTo>
                    <a:pt x="466694" y="10796"/>
                  </a:lnTo>
                  <a:lnTo>
                    <a:pt x="474075" y="9842"/>
                  </a:lnTo>
                  <a:lnTo>
                    <a:pt x="475671" y="9755"/>
                  </a:lnTo>
                  <a:lnTo>
                    <a:pt x="495990" y="7396"/>
                  </a:lnTo>
                  <a:cubicBezTo>
                    <a:pt x="544935" y="3330"/>
                    <a:pt x="594091" y="857"/>
                    <a:pt x="643383" y="0"/>
                  </a:cubicBezTo>
                  <a:lnTo>
                    <a:pt x="643399" y="932"/>
                  </a:lnTo>
                  <a:lnTo>
                    <a:pt x="648072" y="1012"/>
                  </a:lnTo>
                  <a:lnTo>
                    <a:pt x="648072" y="227346"/>
                  </a:lnTo>
                  <a:lnTo>
                    <a:pt x="609584" y="227152"/>
                  </a:lnTo>
                  <a:lnTo>
                    <a:pt x="541839" y="231752"/>
                  </a:lnTo>
                  <a:lnTo>
                    <a:pt x="408998" y="244005"/>
                  </a:lnTo>
                  <a:lnTo>
                    <a:pt x="355774" y="253075"/>
                  </a:lnTo>
                  <a:lnTo>
                    <a:pt x="209879" y="281139"/>
                  </a:lnTo>
                  <a:lnTo>
                    <a:pt x="177258" y="290131"/>
                  </a:lnTo>
                  <a:lnTo>
                    <a:pt x="145853" y="299475"/>
                  </a:lnTo>
                  <a:lnTo>
                    <a:pt x="145498" y="298885"/>
                  </a:lnTo>
                  <a:lnTo>
                    <a:pt x="47445" y="32591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29D37B0-D081-4415-83B7-180532190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8159" y="4725084"/>
              <a:ext cx="614117" cy="1049634"/>
            </a:xfrm>
            <a:custGeom>
              <a:avLst/>
              <a:gdLst>
                <a:gd name="connsiteX0" fmla="*/ 0 w 614117"/>
                <a:gd name="connsiteY0" fmla="*/ 0 h 1049634"/>
                <a:gd name="connsiteX1" fmla="*/ 519641 w 614117"/>
                <a:gd name="connsiteY1" fmla="*/ 317397 h 1049634"/>
                <a:gd name="connsiteX2" fmla="*/ 519662 w 614117"/>
                <a:gd name="connsiteY2" fmla="*/ 317409 h 1049634"/>
                <a:gd name="connsiteX3" fmla="*/ 519673 w 614117"/>
                <a:gd name="connsiteY3" fmla="*/ 317416 h 1049634"/>
                <a:gd name="connsiteX4" fmla="*/ 614117 w 614117"/>
                <a:gd name="connsiteY4" fmla="*/ 371874 h 1049634"/>
                <a:gd name="connsiteX5" fmla="*/ 612620 w 614117"/>
                <a:gd name="connsiteY5" fmla="*/ 374188 h 1049634"/>
                <a:gd name="connsiteX6" fmla="*/ 489224 w 614117"/>
                <a:gd name="connsiteY6" fmla="*/ 564920 h 1049634"/>
                <a:gd name="connsiteX7" fmla="*/ 24014 w 614117"/>
                <a:gd name="connsiteY7" fmla="*/ 1040622 h 1049634"/>
                <a:gd name="connsiteX8" fmla="*/ 10788 w 614117"/>
                <a:gd name="connsiteY8" fmla="*/ 1049634 h 1049634"/>
                <a:gd name="connsiteX9" fmla="*/ 7786 w 614117"/>
                <a:gd name="connsiteY9" fmla="*/ 757556 h 1049634"/>
                <a:gd name="connsiteX10" fmla="*/ 7786 w 614117"/>
                <a:gd name="connsiteY10" fmla="*/ 757555 h 1049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17" h="1049634">
                  <a:moveTo>
                    <a:pt x="0" y="0"/>
                  </a:moveTo>
                  <a:lnTo>
                    <a:pt x="519641" y="317397"/>
                  </a:lnTo>
                  <a:lnTo>
                    <a:pt x="519662" y="317409"/>
                  </a:lnTo>
                  <a:lnTo>
                    <a:pt x="519673" y="317416"/>
                  </a:lnTo>
                  <a:lnTo>
                    <a:pt x="614117" y="371874"/>
                  </a:lnTo>
                  <a:lnTo>
                    <a:pt x="612620" y="374188"/>
                  </a:lnTo>
                  <a:lnTo>
                    <a:pt x="489224" y="564920"/>
                  </a:lnTo>
                  <a:cubicBezTo>
                    <a:pt x="356015" y="749553"/>
                    <a:pt x="198632" y="908739"/>
                    <a:pt x="24014" y="1040622"/>
                  </a:cubicBezTo>
                  <a:lnTo>
                    <a:pt x="10788" y="1049634"/>
                  </a:lnTo>
                  <a:lnTo>
                    <a:pt x="7786" y="757556"/>
                  </a:lnTo>
                  <a:lnTo>
                    <a:pt x="7786" y="75755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35AF82A-2D8A-4E07-B83E-C1CD6C7EA2EE}"/>
              </a:ext>
            </a:extLst>
          </p:cNvPr>
          <p:cNvGrpSpPr/>
          <p:nvPr/>
        </p:nvGrpSpPr>
        <p:grpSpPr>
          <a:xfrm>
            <a:off x="3844385" y="4486509"/>
            <a:ext cx="3463207" cy="1967816"/>
            <a:chOff x="3866688" y="4252309"/>
            <a:chExt cx="3463207" cy="196781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3C92F1-1276-411E-BAC4-992942548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474" y="4653135"/>
              <a:ext cx="3373421" cy="1566990"/>
            </a:xfrm>
            <a:custGeom>
              <a:avLst/>
              <a:gdLst>
                <a:gd name="connsiteX0" fmla="*/ 0 w 3373421"/>
                <a:gd name="connsiteY0" fmla="*/ 0 h 1566990"/>
                <a:gd name="connsiteX1" fmla="*/ 238885 w 3373421"/>
                <a:gd name="connsiteY1" fmla="*/ 0 h 1566990"/>
                <a:gd name="connsiteX2" fmla="*/ 278109 w 3373421"/>
                <a:gd name="connsiteY2" fmla="*/ 107251 h 1566990"/>
                <a:gd name="connsiteX3" fmla="*/ 363179 w 3373421"/>
                <a:gd name="connsiteY3" fmla="*/ 283979 h 1566990"/>
                <a:gd name="connsiteX4" fmla="*/ 432646 w 3373421"/>
                <a:gd name="connsiteY4" fmla="*/ 398411 h 1566990"/>
                <a:gd name="connsiteX5" fmla="*/ 479876 w 3373421"/>
                <a:gd name="connsiteY5" fmla="*/ 471420 h 1566990"/>
                <a:gd name="connsiteX6" fmla="*/ 552731 w 3373421"/>
                <a:gd name="connsiteY6" fmla="*/ 568920 h 1566990"/>
                <a:gd name="connsiteX7" fmla="*/ 597594 w 3373421"/>
                <a:gd name="connsiteY7" fmla="*/ 624944 h 1566990"/>
                <a:gd name="connsiteX8" fmla="*/ 685475 w 3373421"/>
                <a:gd name="connsiteY8" fmla="*/ 721709 h 1566990"/>
                <a:gd name="connsiteX9" fmla="*/ 729796 w 3373421"/>
                <a:gd name="connsiteY9" fmla="*/ 766920 h 1566990"/>
                <a:gd name="connsiteX10" fmla="*/ 769753 w 3373421"/>
                <a:gd name="connsiteY10" fmla="*/ 803261 h 1566990"/>
                <a:gd name="connsiteX11" fmla="*/ 765423 w 3373421"/>
                <a:gd name="connsiteY11" fmla="*/ 803261 h 1566990"/>
                <a:gd name="connsiteX12" fmla="*/ 768742 w 3373421"/>
                <a:gd name="connsiteY12" fmla="*/ 806647 h 1566990"/>
                <a:gd name="connsiteX13" fmla="*/ 3151132 w 3373421"/>
                <a:gd name="connsiteY13" fmla="*/ 1071356 h 1566990"/>
                <a:gd name="connsiteX14" fmla="*/ 3370634 w 3373421"/>
                <a:gd name="connsiteY14" fmla="*/ 924745 h 1566990"/>
                <a:gd name="connsiteX15" fmla="*/ 3371449 w 3373421"/>
                <a:gd name="connsiteY15" fmla="*/ 1004065 h 1566990"/>
                <a:gd name="connsiteX16" fmla="*/ 3371449 w 3373421"/>
                <a:gd name="connsiteY16" fmla="*/ 1004066 h 1566990"/>
                <a:gd name="connsiteX17" fmla="*/ 3373421 w 3373421"/>
                <a:gd name="connsiteY17" fmla="*/ 1195885 h 1566990"/>
                <a:gd name="connsiteX18" fmla="*/ 3315592 w 3373421"/>
                <a:gd name="connsiteY18" fmla="*/ 1235286 h 1566990"/>
                <a:gd name="connsiteX19" fmla="*/ 1017059 w 3373421"/>
                <a:gd name="connsiteY19" fmla="*/ 1265865 h 1566990"/>
                <a:gd name="connsiteX20" fmla="*/ 551844 w 3373421"/>
                <a:gd name="connsiteY20" fmla="*/ 908924 h 1566990"/>
                <a:gd name="connsiteX21" fmla="*/ 459137 w 3373421"/>
                <a:gd name="connsiteY21" fmla="*/ 803261 h 1566990"/>
                <a:gd name="connsiteX22" fmla="*/ 456480 w 3373421"/>
                <a:gd name="connsiteY22" fmla="*/ 803261 h 1566990"/>
                <a:gd name="connsiteX23" fmla="*/ 407402 w 3373421"/>
                <a:gd name="connsiteY23" fmla="*/ 749223 h 1566990"/>
                <a:gd name="connsiteX24" fmla="*/ 377648 w 3373421"/>
                <a:gd name="connsiteY24" fmla="*/ 710385 h 1566990"/>
                <a:gd name="connsiteX25" fmla="*/ 358502 w 3373421"/>
                <a:gd name="connsiteY25" fmla="*/ 688563 h 1566990"/>
                <a:gd name="connsiteX26" fmla="*/ 341825 w 3373421"/>
                <a:gd name="connsiteY26" fmla="*/ 663624 h 1566990"/>
                <a:gd name="connsiteX27" fmla="*/ 308954 w 3373421"/>
                <a:gd name="connsiteY27" fmla="*/ 620717 h 1566990"/>
                <a:gd name="connsiteX28" fmla="*/ 219789 w 3373421"/>
                <a:gd name="connsiteY28" fmla="*/ 485144 h 1566990"/>
                <a:gd name="connsiteX29" fmla="*/ 211056 w 3373421"/>
                <a:gd name="connsiteY29" fmla="*/ 468073 h 1566990"/>
                <a:gd name="connsiteX30" fmla="*/ 194839 w 3373421"/>
                <a:gd name="connsiteY30" fmla="*/ 443823 h 1566990"/>
                <a:gd name="connsiteX31" fmla="*/ 197782 w 3373421"/>
                <a:gd name="connsiteY31" fmla="*/ 442126 h 1566990"/>
                <a:gd name="connsiteX32" fmla="*/ 71210 w 3373421"/>
                <a:gd name="connsiteY32" fmla="*/ 194702 h 1566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373421" h="1566990">
                  <a:moveTo>
                    <a:pt x="0" y="0"/>
                  </a:moveTo>
                  <a:lnTo>
                    <a:pt x="238885" y="0"/>
                  </a:lnTo>
                  <a:lnTo>
                    <a:pt x="278109" y="107251"/>
                  </a:lnTo>
                  <a:cubicBezTo>
                    <a:pt x="303666" y="167720"/>
                    <a:pt x="332079" y="226686"/>
                    <a:pt x="363179" y="283979"/>
                  </a:cubicBezTo>
                  <a:lnTo>
                    <a:pt x="432646" y="398411"/>
                  </a:lnTo>
                  <a:lnTo>
                    <a:pt x="479876" y="471420"/>
                  </a:lnTo>
                  <a:lnTo>
                    <a:pt x="552731" y="568920"/>
                  </a:lnTo>
                  <a:lnTo>
                    <a:pt x="597594" y="624944"/>
                  </a:lnTo>
                  <a:lnTo>
                    <a:pt x="685475" y="721709"/>
                  </a:lnTo>
                  <a:lnTo>
                    <a:pt x="729796" y="766920"/>
                  </a:lnTo>
                  <a:lnTo>
                    <a:pt x="769753" y="803261"/>
                  </a:lnTo>
                  <a:lnTo>
                    <a:pt x="765423" y="803261"/>
                  </a:lnTo>
                  <a:lnTo>
                    <a:pt x="768742" y="806647"/>
                  </a:lnTo>
                  <a:cubicBezTo>
                    <a:pt x="1401915" y="1391157"/>
                    <a:pt x="2365542" y="1524729"/>
                    <a:pt x="3151132" y="1071356"/>
                  </a:cubicBezTo>
                  <a:lnTo>
                    <a:pt x="3370634" y="924745"/>
                  </a:lnTo>
                  <a:lnTo>
                    <a:pt x="3371449" y="1004065"/>
                  </a:lnTo>
                  <a:lnTo>
                    <a:pt x="3371449" y="1004066"/>
                  </a:lnTo>
                  <a:lnTo>
                    <a:pt x="3373421" y="1195885"/>
                  </a:lnTo>
                  <a:lnTo>
                    <a:pt x="3315592" y="1235286"/>
                  </a:lnTo>
                  <a:cubicBezTo>
                    <a:pt x="2636020" y="1651363"/>
                    <a:pt x="1755823" y="1692055"/>
                    <a:pt x="1017059" y="1265865"/>
                  </a:cubicBezTo>
                  <a:cubicBezTo>
                    <a:pt x="846287" y="1167277"/>
                    <a:pt x="690048" y="1047114"/>
                    <a:pt x="551844" y="908924"/>
                  </a:cubicBezTo>
                  <a:lnTo>
                    <a:pt x="459137" y="803261"/>
                  </a:lnTo>
                  <a:lnTo>
                    <a:pt x="456480" y="803261"/>
                  </a:lnTo>
                  <a:lnTo>
                    <a:pt x="407402" y="749223"/>
                  </a:lnTo>
                  <a:lnTo>
                    <a:pt x="377648" y="710385"/>
                  </a:lnTo>
                  <a:lnTo>
                    <a:pt x="358502" y="688563"/>
                  </a:lnTo>
                  <a:lnTo>
                    <a:pt x="341825" y="663624"/>
                  </a:lnTo>
                  <a:lnTo>
                    <a:pt x="308954" y="620717"/>
                  </a:lnTo>
                  <a:cubicBezTo>
                    <a:pt x="277659" y="576678"/>
                    <a:pt x="247910" y="531460"/>
                    <a:pt x="219789" y="485144"/>
                  </a:cubicBezTo>
                  <a:lnTo>
                    <a:pt x="211056" y="468073"/>
                  </a:lnTo>
                  <a:lnTo>
                    <a:pt x="194839" y="443823"/>
                  </a:lnTo>
                  <a:lnTo>
                    <a:pt x="197782" y="442126"/>
                  </a:lnTo>
                  <a:lnTo>
                    <a:pt x="71210" y="194702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F395884-E3A6-4B92-906D-3B2528B0C4F9}"/>
                </a:ext>
              </a:extLst>
            </p:cNvPr>
            <p:cNvSpPr/>
            <p:nvPr/>
          </p:nvSpPr>
          <p:spPr>
            <a:xfrm rot="14400000">
              <a:off x="4122046" y="5118161"/>
              <a:ext cx="648072" cy="326234"/>
            </a:xfrm>
            <a:custGeom>
              <a:avLst/>
              <a:gdLst>
                <a:gd name="connsiteX0" fmla="*/ 648072 w 648072"/>
                <a:gd name="connsiteY0" fmla="*/ 226527 h 326234"/>
                <a:gd name="connsiteX1" fmla="*/ 551470 w 648072"/>
                <a:gd name="connsiteY1" fmla="*/ 228653 h 326234"/>
                <a:gd name="connsiteX2" fmla="*/ 464627 w 648072"/>
                <a:gd name="connsiteY2" fmla="*/ 233051 h 326234"/>
                <a:gd name="connsiteX3" fmla="*/ 343762 w 648072"/>
                <a:gd name="connsiteY3" fmla="*/ 247395 h 326234"/>
                <a:gd name="connsiteX4" fmla="*/ 272813 w 648072"/>
                <a:gd name="connsiteY4" fmla="*/ 258235 h 326234"/>
                <a:gd name="connsiteX5" fmla="*/ 145071 w 648072"/>
                <a:gd name="connsiteY5" fmla="*/ 285960 h 326234"/>
                <a:gd name="connsiteX6" fmla="*/ 83757 w 648072"/>
                <a:gd name="connsiteY6" fmla="*/ 301738 h 326234"/>
                <a:gd name="connsiteX7" fmla="*/ 32306 w 648072"/>
                <a:gd name="connsiteY7" fmla="*/ 318171 h 326234"/>
                <a:gd name="connsiteX8" fmla="*/ 34471 w 648072"/>
                <a:gd name="connsiteY8" fmla="*/ 314421 h 326234"/>
                <a:gd name="connsiteX9" fmla="*/ 29879 w 648072"/>
                <a:gd name="connsiteY9" fmla="*/ 315602 h 326234"/>
                <a:gd name="connsiteX10" fmla="*/ 0 w 648072"/>
                <a:gd name="connsiteY10" fmla="*/ 326234 h 326234"/>
                <a:gd name="connsiteX11" fmla="*/ 0 w 648072"/>
                <a:gd name="connsiteY11" fmla="*/ 93508 h 326234"/>
                <a:gd name="connsiteX12" fmla="*/ 49754 w 648072"/>
                <a:gd name="connsiteY12" fmla="*/ 76625 h 326234"/>
                <a:gd name="connsiteX13" fmla="*/ 187614 w 648072"/>
                <a:gd name="connsiteY13" fmla="*/ 49170 h 326234"/>
                <a:gd name="connsiteX14" fmla="*/ 188943 w 648072"/>
                <a:gd name="connsiteY14" fmla="*/ 46869 h 326234"/>
                <a:gd name="connsiteX15" fmla="*/ 260280 w 648072"/>
                <a:gd name="connsiteY15" fmla="*/ 31385 h 326234"/>
                <a:gd name="connsiteX16" fmla="*/ 308792 w 648072"/>
                <a:gd name="connsiteY16" fmla="*/ 25036 h 326234"/>
                <a:gd name="connsiteX17" fmla="*/ 337263 w 648072"/>
                <a:gd name="connsiteY17" fmla="*/ 19366 h 326234"/>
                <a:gd name="connsiteX18" fmla="*/ 367199 w 648072"/>
                <a:gd name="connsiteY18" fmla="*/ 17393 h 326234"/>
                <a:gd name="connsiteX19" fmla="*/ 420793 w 648072"/>
                <a:gd name="connsiteY19" fmla="*/ 10379 h 326234"/>
                <a:gd name="connsiteX20" fmla="*/ 582786 w 648072"/>
                <a:gd name="connsiteY20" fmla="*/ 947 h 326234"/>
                <a:gd name="connsiteX21" fmla="*/ 601936 w 648072"/>
                <a:gd name="connsiteY21" fmla="*/ 1919 h 326234"/>
                <a:gd name="connsiteX22" fmla="*/ 631046 w 648072"/>
                <a:gd name="connsiteY22" fmla="*/ 0 h 326234"/>
                <a:gd name="connsiteX23" fmla="*/ 631044 w 648072"/>
                <a:gd name="connsiteY23" fmla="*/ 3397 h 326234"/>
                <a:gd name="connsiteX24" fmla="*/ 648072 w 648072"/>
                <a:gd name="connsiteY24" fmla="*/ 4262 h 32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8072" h="326234">
                  <a:moveTo>
                    <a:pt x="648072" y="226527"/>
                  </a:moveTo>
                  <a:lnTo>
                    <a:pt x="551470" y="228653"/>
                  </a:lnTo>
                  <a:lnTo>
                    <a:pt x="464627" y="233051"/>
                  </a:lnTo>
                  <a:lnTo>
                    <a:pt x="343762" y="247395"/>
                  </a:lnTo>
                  <a:lnTo>
                    <a:pt x="272813" y="258235"/>
                  </a:lnTo>
                  <a:lnTo>
                    <a:pt x="145071" y="285960"/>
                  </a:lnTo>
                  <a:lnTo>
                    <a:pt x="83757" y="301738"/>
                  </a:lnTo>
                  <a:lnTo>
                    <a:pt x="32306" y="318171"/>
                  </a:lnTo>
                  <a:lnTo>
                    <a:pt x="34471" y="314421"/>
                  </a:lnTo>
                  <a:lnTo>
                    <a:pt x="29879" y="315602"/>
                  </a:lnTo>
                  <a:lnTo>
                    <a:pt x="0" y="326234"/>
                  </a:lnTo>
                  <a:lnTo>
                    <a:pt x="0" y="93508"/>
                  </a:lnTo>
                  <a:lnTo>
                    <a:pt x="49754" y="76625"/>
                  </a:lnTo>
                  <a:lnTo>
                    <a:pt x="187614" y="49170"/>
                  </a:lnTo>
                  <a:lnTo>
                    <a:pt x="188943" y="46869"/>
                  </a:lnTo>
                  <a:lnTo>
                    <a:pt x="260280" y="31385"/>
                  </a:lnTo>
                  <a:lnTo>
                    <a:pt x="308792" y="25036"/>
                  </a:lnTo>
                  <a:lnTo>
                    <a:pt x="337263" y="19366"/>
                  </a:lnTo>
                  <a:lnTo>
                    <a:pt x="367199" y="17393"/>
                  </a:lnTo>
                  <a:lnTo>
                    <a:pt x="420793" y="10379"/>
                  </a:lnTo>
                  <a:cubicBezTo>
                    <a:pt x="474580" y="5296"/>
                    <a:pt x="528614" y="2142"/>
                    <a:pt x="582786" y="947"/>
                  </a:cubicBezTo>
                  <a:lnTo>
                    <a:pt x="601936" y="1919"/>
                  </a:lnTo>
                  <a:lnTo>
                    <a:pt x="631046" y="0"/>
                  </a:lnTo>
                  <a:lnTo>
                    <a:pt x="631044" y="3397"/>
                  </a:lnTo>
                  <a:lnTo>
                    <a:pt x="648072" y="426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10000"/>
                    <a:alpha val="0"/>
                  </a:schemeClr>
                </a:gs>
                <a:gs pos="100000">
                  <a:schemeClr val="bg2">
                    <a:lumMod val="10000"/>
                    <a:alpha val="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CDB9E9A-C8B3-41E4-981C-1ACCE217A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688" y="4252309"/>
              <a:ext cx="909176" cy="845154"/>
            </a:xfrm>
            <a:custGeom>
              <a:avLst/>
              <a:gdLst>
                <a:gd name="connsiteX0" fmla="*/ 0 w 909176"/>
                <a:gd name="connsiteY0" fmla="*/ 0 h 845154"/>
                <a:gd name="connsiteX1" fmla="*/ 250705 w 909176"/>
                <a:gd name="connsiteY1" fmla="*/ 133034 h 845154"/>
                <a:gd name="connsiteX2" fmla="*/ 250705 w 909176"/>
                <a:gd name="connsiteY2" fmla="*/ 133035 h 845154"/>
                <a:gd name="connsiteX3" fmla="*/ 909176 w 909176"/>
                <a:gd name="connsiteY3" fmla="*/ 482443 h 845154"/>
                <a:gd name="connsiteX4" fmla="*/ 478159 w 909176"/>
                <a:gd name="connsiteY4" fmla="*/ 731718 h 845154"/>
                <a:gd name="connsiteX5" fmla="*/ 478159 w 909176"/>
                <a:gd name="connsiteY5" fmla="*/ 731718 h 845154"/>
                <a:gd name="connsiteX6" fmla="*/ 478774 w 909176"/>
                <a:gd name="connsiteY6" fmla="*/ 732869 h 845154"/>
                <a:gd name="connsiteX7" fmla="*/ 284206 w 909176"/>
                <a:gd name="connsiteY7" fmla="*/ 845154 h 845154"/>
                <a:gd name="connsiteX8" fmla="*/ 261840 w 909176"/>
                <a:gd name="connsiteY8" fmla="*/ 801455 h 845154"/>
                <a:gd name="connsiteX9" fmla="*/ 261832 w 909176"/>
                <a:gd name="connsiteY9" fmla="*/ 801440 h 845154"/>
                <a:gd name="connsiteX10" fmla="*/ 179415 w 909176"/>
                <a:gd name="connsiteY10" fmla="*/ 640411 h 845154"/>
                <a:gd name="connsiteX11" fmla="*/ 37682 w 909176"/>
                <a:gd name="connsiteY11" fmla="*/ 216036 h 845154"/>
                <a:gd name="connsiteX12" fmla="*/ 0 w 909176"/>
                <a:gd name="connsiteY12" fmla="*/ 1 h 845154"/>
                <a:gd name="connsiteX13" fmla="*/ 0 w 909176"/>
                <a:gd name="connsiteY13" fmla="*/ 1 h 84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09176" h="845154">
                  <a:moveTo>
                    <a:pt x="0" y="0"/>
                  </a:moveTo>
                  <a:lnTo>
                    <a:pt x="250705" y="133034"/>
                  </a:lnTo>
                  <a:lnTo>
                    <a:pt x="250705" y="133035"/>
                  </a:lnTo>
                  <a:lnTo>
                    <a:pt x="909176" y="482443"/>
                  </a:lnTo>
                  <a:lnTo>
                    <a:pt x="478159" y="731718"/>
                  </a:lnTo>
                  <a:lnTo>
                    <a:pt x="478159" y="731718"/>
                  </a:lnTo>
                  <a:lnTo>
                    <a:pt x="478774" y="732869"/>
                  </a:lnTo>
                  <a:lnTo>
                    <a:pt x="284206" y="845154"/>
                  </a:lnTo>
                  <a:lnTo>
                    <a:pt x="261840" y="801455"/>
                  </a:lnTo>
                  <a:lnTo>
                    <a:pt x="261832" y="801440"/>
                  </a:lnTo>
                  <a:lnTo>
                    <a:pt x="179415" y="640411"/>
                  </a:lnTo>
                  <a:cubicBezTo>
                    <a:pt x="117186" y="501918"/>
                    <a:pt x="70125" y="359775"/>
                    <a:pt x="37682" y="216036"/>
                  </a:cubicBez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33325A1-6C6C-48A3-AD63-90090CD3D2F7}"/>
              </a:ext>
            </a:extLst>
          </p:cNvPr>
          <p:cNvGrpSpPr/>
          <p:nvPr/>
        </p:nvGrpSpPr>
        <p:grpSpPr>
          <a:xfrm>
            <a:off x="3827282" y="1961400"/>
            <a:ext cx="3117802" cy="2510290"/>
            <a:chOff x="3849585" y="1727200"/>
            <a:chExt cx="3117802" cy="2510290"/>
          </a:xfrm>
          <a:solidFill>
            <a:schemeClr val="bg1">
              <a:lumMod val="65000"/>
            </a:schemeClr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77BE61C-C20A-422A-9423-710036502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585" y="1727200"/>
              <a:ext cx="2534447" cy="2510290"/>
            </a:xfrm>
            <a:custGeom>
              <a:avLst/>
              <a:gdLst>
                <a:gd name="connsiteX0" fmla="*/ 2246413 w 2534447"/>
                <a:gd name="connsiteY0" fmla="*/ 0 h 2510290"/>
                <a:gd name="connsiteX1" fmla="*/ 2246415 w 2534447"/>
                <a:gd name="connsiteY1" fmla="*/ 0 h 2510290"/>
                <a:gd name="connsiteX2" fmla="*/ 2246416 w 2534447"/>
                <a:gd name="connsiteY2" fmla="*/ 0 h 2510290"/>
                <a:gd name="connsiteX3" fmla="*/ 2476077 w 2534447"/>
                <a:gd name="connsiteY3" fmla="*/ 11599 h 2510290"/>
                <a:gd name="connsiteX4" fmla="*/ 2534447 w 2534447"/>
                <a:gd name="connsiteY4" fmla="*/ 20509 h 2510290"/>
                <a:gd name="connsiteX5" fmla="*/ 2534447 w 2534447"/>
                <a:gd name="connsiteY5" fmla="*/ 247346 h 2510290"/>
                <a:gd name="connsiteX6" fmla="*/ 2453140 w 2534447"/>
                <a:gd name="connsiteY6" fmla="*/ 234937 h 2510290"/>
                <a:gd name="connsiteX7" fmla="*/ 2246416 w 2534447"/>
                <a:gd name="connsiteY7" fmla="*/ 224498 h 2510290"/>
                <a:gd name="connsiteX8" fmla="*/ 2246416 w 2534447"/>
                <a:gd name="connsiteY8" fmla="*/ 224570 h 2510290"/>
                <a:gd name="connsiteX9" fmla="*/ 225082 w 2534447"/>
                <a:gd name="connsiteY9" fmla="*/ 2246842 h 2510290"/>
                <a:gd name="connsiteX10" fmla="*/ 234869 w 2534447"/>
                <a:gd name="connsiteY10" fmla="*/ 2445633 h 2510290"/>
                <a:gd name="connsiteX11" fmla="*/ 244468 w 2534447"/>
                <a:gd name="connsiteY11" fmla="*/ 2510290 h 2510290"/>
                <a:gd name="connsiteX12" fmla="*/ 192864 w 2534447"/>
                <a:gd name="connsiteY12" fmla="*/ 2482907 h 2510290"/>
                <a:gd name="connsiteX13" fmla="*/ 192864 w 2534447"/>
                <a:gd name="connsiteY13" fmla="*/ 2482906 h 2510290"/>
                <a:gd name="connsiteX14" fmla="*/ 4698 w 2534447"/>
                <a:gd name="connsiteY14" fmla="*/ 2383058 h 2510290"/>
                <a:gd name="connsiteX15" fmla="*/ 2826 w 2534447"/>
                <a:gd name="connsiteY15" fmla="*/ 2361548 h 2510290"/>
                <a:gd name="connsiteX16" fmla="*/ 1123411 w 2534447"/>
                <a:gd name="connsiteY16" fmla="*/ 301015 h 2510290"/>
                <a:gd name="connsiteX17" fmla="*/ 1952632 w 2534447"/>
                <a:gd name="connsiteY17" fmla="*/ 19287 h 2510290"/>
                <a:gd name="connsiteX18" fmla="*/ 1992020 w 2534447"/>
                <a:gd name="connsiteY18" fmla="*/ 15399 h 2510290"/>
                <a:gd name="connsiteX19" fmla="*/ 2016912 w 2534447"/>
                <a:gd name="connsiteY19" fmla="*/ 11597 h 2510290"/>
                <a:gd name="connsiteX20" fmla="*/ 2044817 w 2534447"/>
                <a:gd name="connsiteY20" fmla="*/ 10187 h 2510290"/>
                <a:gd name="connsiteX21" fmla="*/ 2098967 w 2534447"/>
                <a:gd name="connsiteY21" fmla="*/ 4842 h 2510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34447" h="2510290">
                  <a:moveTo>
                    <a:pt x="2246413" y="0"/>
                  </a:moveTo>
                  <a:lnTo>
                    <a:pt x="2246415" y="0"/>
                  </a:lnTo>
                  <a:lnTo>
                    <a:pt x="2246416" y="0"/>
                  </a:lnTo>
                  <a:lnTo>
                    <a:pt x="2476077" y="11599"/>
                  </a:lnTo>
                  <a:lnTo>
                    <a:pt x="2534447" y="20509"/>
                  </a:lnTo>
                  <a:lnTo>
                    <a:pt x="2534447" y="247346"/>
                  </a:lnTo>
                  <a:lnTo>
                    <a:pt x="2453140" y="234937"/>
                  </a:lnTo>
                  <a:lnTo>
                    <a:pt x="2246416" y="224498"/>
                  </a:lnTo>
                  <a:lnTo>
                    <a:pt x="2246416" y="224570"/>
                  </a:lnTo>
                  <a:cubicBezTo>
                    <a:pt x="1130080" y="224570"/>
                    <a:pt x="225082" y="1130093"/>
                    <a:pt x="225082" y="2246842"/>
                  </a:cubicBezTo>
                  <a:cubicBezTo>
                    <a:pt x="225082" y="2313398"/>
                    <a:pt x="228365" y="2379740"/>
                    <a:pt x="234869" y="2445633"/>
                  </a:cubicBezTo>
                  <a:lnTo>
                    <a:pt x="244468" y="2510290"/>
                  </a:lnTo>
                  <a:lnTo>
                    <a:pt x="192864" y="2482907"/>
                  </a:lnTo>
                  <a:lnTo>
                    <a:pt x="192864" y="2482906"/>
                  </a:lnTo>
                  <a:lnTo>
                    <a:pt x="4698" y="2383058"/>
                  </a:lnTo>
                  <a:lnTo>
                    <a:pt x="2826" y="2361548"/>
                  </a:lnTo>
                  <a:cubicBezTo>
                    <a:pt x="-38153" y="1546186"/>
                    <a:pt x="368099" y="737320"/>
                    <a:pt x="1123411" y="301015"/>
                  </a:cubicBezTo>
                  <a:cubicBezTo>
                    <a:pt x="1379532" y="153033"/>
                    <a:pt x="1661379" y="57703"/>
                    <a:pt x="1952632" y="19287"/>
                  </a:cubicBezTo>
                  <a:lnTo>
                    <a:pt x="1992020" y="15399"/>
                  </a:lnTo>
                  <a:lnTo>
                    <a:pt x="2016912" y="11597"/>
                  </a:lnTo>
                  <a:lnTo>
                    <a:pt x="2044817" y="10187"/>
                  </a:lnTo>
                  <a:lnTo>
                    <a:pt x="2098967" y="484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6882C64-41E6-405E-A0EA-BCCAB9655336}"/>
                </a:ext>
              </a:extLst>
            </p:cNvPr>
            <p:cNvSpPr/>
            <p:nvPr/>
          </p:nvSpPr>
          <p:spPr>
            <a:xfrm>
              <a:off x="5447928" y="1727200"/>
              <a:ext cx="648072" cy="332708"/>
            </a:xfrm>
            <a:custGeom>
              <a:avLst/>
              <a:gdLst>
                <a:gd name="connsiteX0" fmla="*/ 648070 w 648072"/>
                <a:gd name="connsiteY0" fmla="*/ 0 h 332708"/>
                <a:gd name="connsiteX1" fmla="*/ 648072 w 648072"/>
                <a:gd name="connsiteY1" fmla="*/ 0 h 332708"/>
                <a:gd name="connsiteX2" fmla="*/ 648072 w 648072"/>
                <a:gd name="connsiteY2" fmla="*/ 224570 h 332708"/>
                <a:gd name="connsiteX3" fmla="*/ 441406 w 648072"/>
                <a:gd name="connsiteY3" fmla="*/ 235012 h 332708"/>
                <a:gd name="connsiteX4" fmla="*/ 46996 w 648072"/>
                <a:gd name="connsiteY4" fmla="*/ 315498 h 332708"/>
                <a:gd name="connsiteX5" fmla="*/ 0 w 648072"/>
                <a:gd name="connsiteY5" fmla="*/ 332708 h 332708"/>
                <a:gd name="connsiteX6" fmla="*/ 0 w 648072"/>
                <a:gd name="connsiteY6" fmla="*/ 98075 h 332708"/>
                <a:gd name="connsiteX7" fmla="*/ 137868 w 648072"/>
                <a:gd name="connsiteY7" fmla="*/ 58704 h 332708"/>
                <a:gd name="connsiteX8" fmla="*/ 354289 w 648072"/>
                <a:gd name="connsiteY8" fmla="*/ 19287 h 332708"/>
                <a:gd name="connsiteX9" fmla="*/ 393677 w 648072"/>
                <a:gd name="connsiteY9" fmla="*/ 15399 h 332708"/>
                <a:gd name="connsiteX10" fmla="*/ 418569 w 648072"/>
                <a:gd name="connsiteY10" fmla="*/ 11597 h 332708"/>
                <a:gd name="connsiteX11" fmla="*/ 446474 w 648072"/>
                <a:gd name="connsiteY11" fmla="*/ 10187 h 332708"/>
                <a:gd name="connsiteX12" fmla="*/ 500624 w 648072"/>
                <a:gd name="connsiteY12" fmla="*/ 4842 h 332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48072" h="332708">
                  <a:moveTo>
                    <a:pt x="648070" y="0"/>
                  </a:moveTo>
                  <a:lnTo>
                    <a:pt x="648072" y="0"/>
                  </a:lnTo>
                  <a:lnTo>
                    <a:pt x="648072" y="224570"/>
                  </a:lnTo>
                  <a:lnTo>
                    <a:pt x="441406" y="235012"/>
                  </a:lnTo>
                  <a:cubicBezTo>
                    <a:pt x="305505" y="248822"/>
                    <a:pt x="173584" y="276103"/>
                    <a:pt x="46996" y="315498"/>
                  </a:cubicBezTo>
                  <a:lnTo>
                    <a:pt x="0" y="332708"/>
                  </a:lnTo>
                  <a:lnTo>
                    <a:pt x="0" y="98075"/>
                  </a:lnTo>
                  <a:lnTo>
                    <a:pt x="137868" y="58704"/>
                  </a:lnTo>
                  <a:cubicBezTo>
                    <a:pt x="209251" y="42052"/>
                    <a:pt x="281476" y="28891"/>
                    <a:pt x="354289" y="19287"/>
                  </a:cubicBezTo>
                  <a:lnTo>
                    <a:pt x="393677" y="15399"/>
                  </a:lnTo>
                  <a:lnTo>
                    <a:pt x="418569" y="11597"/>
                  </a:lnTo>
                  <a:lnTo>
                    <a:pt x="446474" y="10187"/>
                  </a:lnTo>
                  <a:lnTo>
                    <a:pt x="500624" y="484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64A52E9-302E-464A-A038-4C382800B343}"/>
                </a:ext>
              </a:extLst>
            </p:cNvPr>
            <p:cNvSpPr/>
            <p:nvPr/>
          </p:nvSpPr>
          <p:spPr>
            <a:xfrm rot="5400000">
              <a:off x="6171654" y="1651547"/>
              <a:ext cx="720080" cy="871386"/>
            </a:xfrm>
            <a:custGeom>
              <a:avLst/>
              <a:gdLst>
                <a:gd name="connsiteX0" fmla="*/ 0 w 720080"/>
                <a:gd name="connsiteY0" fmla="*/ 871386 h 871386"/>
                <a:gd name="connsiteX1" fmla="*/ 101001 w 720080"/>
                <a:gd name="connsiteY1" fmla="*/ 203425 h 871386"/>
                <a:gd name="connsiteX2" fmla="*/ 175463 w 720080"/>
                <a:gd name="connsiteY2" fmla="*/ 0 h 871386"/>
                <a:gd name="connsiteX3" fmla="*/ 326080 w 720080"/>
                <a:gd name="connsiteY3" fmla="*/ 240986 h 871386"/>
                <a:gd name="connsiteX4" fmla="*/ 720080 w 720080"/>
                <a:gd name="connsiteY4" fmla="*/ 871386 h 871386"/>
                <a:gd name="connsiteX5" fmla="*/ 224498 w 720080"/>
                <a:gd name="connsiteY5" fmla="*/ 871386 h 871386"/>
                <a:gd name="connsiteX0" fmla="*/ 0 w 720080"/>
                <a:gd name="connsiteY0" fmla="*/ 871386 h 871386"/>
                <a:gd name="connsiteX1" fmla="*/ 101001 w 720080"/>
                <a:gd name="connsiteY1" fmla="*/ 203425 h 871386"/>
                <a:gd name="connsiteX2" fmla="*/ 175463 w 720080"/>
                <a:gd name="connsiteY2" fmla="*/ 0 h 871386"/>
                <a:gd name="connsiteX3" fmla="*/ 720080 w 720080"/>
                <a:gd name="connsiteY3" fmla="*/ 871386 h 871386"/>
                <a:gd name="connsiteX4" fmla="*/ 224498 w 720080"/>
                <a:gd name="connsiteY4" fmla="*/ 871386 h 871386"/>
                <a:gd name="connsiteX5" fmla="*/ 0 w 720080"/>
                <a:gd name="connsiteY5" fmla="*/ 871386 h 871386"/>
                <a:gd name="connsiteX0" fmla="*/ 0 w 720080"/>
                <a:gd name="connsiteY0" fmla="*/ 871386 h 871386"/>
                <a:gd name="connsiteX1" fmla="*/ 101001 w 720080"/>
                <a:gd name="connsiteY1" fmla="*/ 203425 h 871386"/>
                <a:gd name="connsiteX2" fmla="*/ 175463 w 720080"/>
                <a:gd name="connsiteY2" fmla="*/ 0 h 871386"/>
                <a:gd name="connsiteX3" fmla="*/ 720080 w 720080"/>
                <a:gd name="connsiteY3" fmla="*/ 871386 h 871386"/>
                <a:gd name="connsiteX4" fmla="*/ 0 w 720080"/>
                <a:gd name="connsiteY4" fmla="*/ 871386 h 87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080" h="871386">
                  <a:moveTo>
                    <a:pt x="0" y="871386"/>
                  </a:moveTo>
                  <a:cubicBezTo>
                    <a:pt x="0" y="638785"/>
                    <a:pt x="35362" y="414437"/>
                    <a:pt x="101001" y="203425"/>
                  </a:cubicBezTo>
                  <a:lnTo>
                    <a:pt x="175463" y="0"/>
                  </a:lnTo>
                  <a:lnTo>
                    <a:pt x="720080" y="871386"/>
                  </a:lnTo>
                  <a:lnTo>
                    <a:pt x="0" y="87138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153B6AB-51BE-46B5-9AA7-A06A486D09D2}"/>
              </a:ext>
            </a:extLst>
          </p:cNvPr>
          <p:cNvSpPr/>
          <p:nvPr/>
        </p:nvSpPr>
        <p:spPr>
          <a:xfrm>
            <a:off x="8637581" y="3455347"/>
            <a:ext cx="16369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rtl="1"/>
            <a:r>
              <a:rPr lang="ar-JO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مدخلات</a:t>
            </a:r>
            <a:endParaRPr lang="en-US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2D32BC-1D5D-41EB-970D-FED2CDE47261}"/>
              </a:ext>
            </a:extLst>
          </p:cNvPr>
          <p:cNvSpPr/>
          <p:nvPr/>
        </p:nvSpPr>
        <p:spPr>
          <a:xfrm>
            <a:off x="2731436" y="5617502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ar-JO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معالجة</a:t>
            </a:r>
            <a:endParaRPr lang="en-US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10EFCD-3D10-4B60-8DA5-DC0DE3C6E47C}"/>
              </a:ext>
            </a:extLst>
          </p:cNvPr>
          <p:cNvSpPr/>
          <p:nvPr/>
        </p:nvSpPr>
        <p:spPr>
          <a:xfrm>
            <a:off x="2485133" y="2165541"/>
            <a:ext cx="18117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ar-JO" sz="4400" b="1" dirty="0">
                <a:solidFill>
                  <a:srgbClr val="002060"/>
                </a:solidFill>
                <a:latin typeface="Verdana"/>
              </a:rPr>
              <a:t>مخرجات</a:t>
            </a:r>
            <a:endParaRPr lang="en-US" sz="4400" b="1" dirty="0">
              <a:solidFill>
                <a:srgbClr val="002060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132070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" y="-2031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9" name="Rounded Rectangle 17">
            <a:extLst>
              <a:ext uri="{FF2B5EF4-FFF2-40B4-BE49-F238E27FC236}">
                <a16:creationId xmlns:a16="http://schemas.microsoft.com/office/drawing/2014/main" id="{4A24DABC-3FF6-4161-A8B7-77F8D9160730}"/>
              </a:ext>
            </a:extLst>
          </p:cNvPr>
          <p:cNvSpPr/>
          <p:nvPr/>
        </p:nvSpPr>
        <p:spPr>
          <a:xfrm>
            <a:off x="1846724" y="1732803"/>
            <a:ext cx="10187326" cy="3222058"/>
          </a:xfrm>
          <a:prstGeom prst="roundRect">
            <a:avLst>
              <a:gd name="adj" fmla="val 50000"/>
            </a:avLst>
          </a:prstGeom>
          <a:solidFill>
            <a:srgbClr val="007471"/>
          </a:soli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lvl="0" algn="ctr" defTabSz="914354"/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E8830FE-A040-4B68-8F4D-314D0FE7EAB9}"/>
              </a:ext>
            </a:extLst>
          </p:cNvPr>
          <p:cNvSpPr/>
          <p:nvPr/>
        </p:nvSpPr>
        <p:spPr>
          <a:xfrm>
            <a:off x="2007687" y="1991696"/>
            <a:ext cx="972967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JO" sz="7200" b="1" dirty="0">
                <a:solidFill>
                  <a:schemeClr val="bg1"/>
                </a:solidFill>
              </a:rPr>
              <a:t>المحور الرابع</a:t>
            </a:r>
          </a:p>
          <a:p>
            <a:pPr algn="ctr" rtl="1"/>
            <a:r>
              <a:rPr lang="ar-JO" sz="7200" b="1" dirty="0">
                <a:solidFill>
                  <a:schemeClr val="bg1"/>
                </a:solidFill>
              </a:rPr>
              <a:t>الواردات والمدخلات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</p:spTree>
    <p:extLst>
      <p:ext uri="{BB962C8B-B14F-4D97-AF65-F5344CB8AC3E}">
        <p14:creationId xmlns:p14="http://schemas.microsoft.com/office/powerpoint/2010/main" val="2714703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6" y="-5081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2DB4AB21-53AC-48A9-ADF4-81279295B4A3}"/>
              </a:ext>
            </a:extLst>
          </p:cNvPr>
          <p:cNvSpPr/>
          <p:nvPr/>
        </p:nvSpPr>
        <p:spPr>
          <a:xfrm>
            <a:off x="1195725" y="253595"/>
            <a:ext cx="9789459" cy="1419374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rgbClr val="E3E4EB"/>
              </a:gs>
              <a:gs pos="100000">
                <a:srgbClr val="E3E4EB">
                  <a:lumMod val="30000"/>
                  <a:lumOff val="70000"/>
                </a:srgbClr>
              </a:gs>
            </a:gsLst>
            <a:lin ang="2700000" scaled="0"/>
          </a:gra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algn="ctr" rtl="1"/>
            <a:r>
              <a:rPr lang="ar-JO" sz="5600" dirty="0">
                <a:solidFill>
                  <a:srgbClr val="002060"/>
                </a:solidFill>
              </a:rPr>
              <a:t>مقدمة قبل الدخول </a:t>
            </a:r>
            <a:r>
              <a:rPr lang="ar-JO" sz="5600">
                <a:solidFill>
                  <a:srgbClr val="002060"/>
                </a:solidFill>
              </a:rPr>
              <a:t>إلى فهم الحواس والواردات والمدخلات</a:t>
            </a:r>
            <a:endParaRPr lang="en-US" sz="56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B166E9-B9AC-42D0-B668-545AE25974C3}"/>
              </a:ext>
            </a:extLst>
          </p:cNvPr>
          <p:cNvSpPr/>
          <p:nvPr/>
        </p:nvSpPr>
        <p:spPr>
          <a:xfrm>
            <a:off x="-393815" y="2404262"/>
            <a:ext cx="6096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ar-JO" sz="3600" dirty="0">
                <a:solidFill>
                  <a:srgbClr val="002060"/>
                </a:solidFill>
                <a:latin typeface="Arial" panose="020B0604020202020204" pitchFamily="34" charset="0"/>
              </a:rPr>
              <a:t>هل الحواس مُطلقة أم محدودة؟</a:t>
            </a:r>
          </a:p>
          <a:p>
            <a:pPr algn="ctr"/>
            <a:r>
              <a:rPr lang="ar-JO" sz="4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محدودة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B7A1BD-C947-4964-8D41-ACE7207E611E}"/>
              </a:ext>
            </a:extLst>
          </p:cNvPr>
          <p:cNvSpPr>
            <a:spLocks/>
          </p:cNvSpPr>
          <p:nvPr/>
        </p:nvSpPr>
        <p:spPr bwMode="auto">
          <a:xfrm>
            <a:off x="497988" y="2044847"/>
            <a:ext cx="4932319" cy="250008"/>
          </a:xfrm>
          <a:prstGeom prst="rect">
            <a:avLst/>
          </a:pr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035DAFB-8384-46A5-BCBF-E4B7C13A51F5}"/>
              </a:ext>
            </a:extLst>
          </p:cNvPr>
          <p:cNvSpPr>
            <a:spLocks/>
          </p:cNvSpPr>
          <p:nvPr/>
        </p:nvSpPr>
        <p:spPr bwMode="auto">
          <a:xfrm>
            <a:off x="6046522" y="2044847"/>
            <a:ext cx="4855898" cy="229322"/>
          </a:xfrm>
          <a:custGeom>
            <a:avLst/>
            <a:gdLst>
              <a:gd name="connsiteX0" fmla="*/ 366915 w 4855898"/>
              <a:gd name="connsiteY0" fmla="*/ 0 h 229322"/>
              <a:gd name="connsiteX1" fmla="*/ 4855898 w 4855898"/>
              <a:gd name="connsiteY1" fmla="*/ 0 h 229322"/>
              <a:gd name="connsiteX2" fmla="*/ 4855898 w 4855898"/>
              <a:gd name="connsiteY2" fmla="*/ 229322 h 229322"/>
              <a:gd name="connsiteX3" fmla="*/ 0 w 4855898"/>
              <a:gd name="connsiteY3" fmla="*/ 229322 h 229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5898" h="229322">
                <a:moveTo>
                  <a:pt x="366915" y="0"/>
                </a:moveTo>
                <a:lnTo>
                  <a:pt x="4855898" y="0"/>
                </a:lnTo>
                <a:lnTo>
                  <a:pt x="4855898" y="229322"/>
                </a:lnTo>
                <a:lnTo>
                  <a:pt x="0" y="229322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3FA37F9-7116-4423-9D14-84BD779C4492}"/>
              </a:ext>
            </a:extLst>
          </p:cNvPr>
          <p:cNvSpPr/>
          <p:nvPr/>
        </p:nvSpPr>
        <p:spPr>
          <a:xfrm>
            <a:off x="4421699" y="2044847"/>
            <a:ext cx="648072" cy="229322"/>
          </a:xfrm>
          <a:custGeom>
            <a:avLst/>
            <a:gdLst>
              <a:gd name="connsiteX0" fmla="*/ 0 w 648072"/>
              <a:gd name="connsiteY0" fmla="*/ 0 h 229322"/>
              <a:gd name="connsiteX1" fmla="*/ 648072 w 648072"/>
              <a:gd name="connsiteY1" fmla="*/ 0 h 229322"/>
              <a:gd name="connsiteX2" fmla="*/ 648072 w 648072"/>
              <a:gd name="connsiteY2" fmla="*/ 229322 h 229322"/>
              <a:gd name="connsiteX3" fmla="*/ 0 w 648072"/>
              <a:gd name="connsiteY3" fmla="*/ 229322 h 229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072" h="229322">
                <a:moveTo>
                  <a:pt x="0" y="0"/>
                </a:moveTo>
                <a:lnTo>
                  <a:pt x="648072" y="0"/>
                </a:lnTo>
                <a:lnTo>
                  <a:pt x="648072" y="229322"/>
                </a:lnTo>
                <a:lnTo>
                  <a:pt x="0" y="229322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10000"/>
                  <a:alpha val="0"/>
                </a:schemeClr>
              </a:gs>
              <a:gs pos="100000">
                <a:schemeClr val="bg2">
                  <a:lumMod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568DF0D-7A67-4C72-9DCE-DFC7B7D31A26}"/>
              </a:ext>
            </a:extLst>
          </p:cNvPr>
          <p:cNvSpPr/>
          <p:nvPr/>
        </p:nvSpPr>
        <p:spPr>
          <a:xfrm>
            <a:off x="9893812" y="2044847"/>
            <a:ext cx="648072" cy="229322"/>
          </a:xfrm>
          <a:custGeom>
            <a:avLst/>
            <a:gdLst>
              <a:gd name="connsiteX0" fmla="*/ 0 w 648072"/>
              <a:gd name="connsiteY0" fmla="*/ 0 h 229322"/>
              <a:gd name="connsiteX1" fmla="*/ 648072 w 648072"/>
              <a:gd name="connsiteY1" fmla="*/ 0 h 229322"/>
              <a:gd name="connsiteX2" fmla="*/ 648072 w 648072"/>
              <a:gd name="connsiteY2" fmla="*/ 229322 h 229322"/>
              <a:gd name="connsiteX3" fmla="*/ 0 w 648072"/>
              <a:gd name="connsiteY3" fmla="*/ 229322 h 229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072" h="229322">
                <a:moveTo>
                  <a:pt x="0" y="0"/>
                </a:moveTo>
                <a:lnTo>
                  <a:pt x="648072" y="0"/>
                </a:lnTo>
                <a:lnTo>
                  <a:pt x="648072" y="229322"/>
                </a:lnTo>
                <a:lnTo>
                  <a:pt x="0" y="229322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10000"/>
                  <a:alpha val="0"/>
                </a:schemeClr>
              </a:gs>
              <a:gs pos="100000">
                <a:schemeClr val="bg2">
                  <a:lumMod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954E58FF-4608-4243-B410-4F86029D67E1}"/>
              </a:ext>
            </a:extLst>
          </p:cNvPr>
          <p:cNvSpPr/>
          <p:nvPr/>
        </p:nvSpPr>
        <p:spPr>
          <a:xfrm rot="5400000">
            <a:off x="5285795" y="1828823"/>
            <a:ext cx="720080" cy="1152128"/>
          </a:xfrm>
          <a:prstGeom prst="rtTriangle">
            <a:avLst/>
          </a:pr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985B8F1A-D98D-42F4-84BD-7069E3D22576}"/>
              </a:ext>
            </a:extLst>
          </p:cNvPr>
          <p:cNvSpPr/>
          <p:nvPr/>
        </p:nvSpPr>
        <p:spPr>
          <a:xfrm rot="5400000">
            <a:off x="10757908" y="1828823"/>
            <a:ext cx="720080" cy="1152128"/>
          </a:xfrm>
          <a:prstGeom prst="rtTriangle">
            <a:avLst/>
          </a:pr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ABF4C-81DA-4A16-978D-F29FFBF928A2}"/>
              </a:ext>
            </a:extLst>
          </p:cNvPr>
          <p:cNvSpPr/>
          <p:nvPr/>
        </p:nvSpPr>
        <p:spPr>
          <a:xfrm>
            <a:off x="4983441" y="2513669"/>
            <a:ext cx="6096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ar-JO" sz="3600" dirty="0">
                <a:solidFill>
                  <a:srgbClr val="002060"/>
                </a:solidFill>
                <a:latin typeface="Arial" panose="020B0604020202020204" pitchFamily="34" charset="0"/>
              </a:rPr>
              <a:t>هل يمكن للحواس أن تُخدع ؟</a:t>
            </a:r>
          </a:p>
          <a:p>
            <a:pPr algn="ctr"/>
            <a:r>
              <a:rPr lang="ar-JO" sz="4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نعم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9C9143-0F07-44B6-A2AC-40C881092610}"/>
              </a:ext>
            </a:extLst>
          </p:cNvPr>
          <p:cNvSpPr/>
          <p:nvPr/>
        </p:nvSpPr>
        <p:spPr>
          <a:xfrm>
            <a:off x="7028773" y="5141249"/>
            <a:ext cx="10358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JO" sz="4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ظاهر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A68AD3F-F942-46AA-ACF9-812D1BB4A375}"/>
              </a:ext>
            </a:extLst>
          </p:cNvPr>
          <p:cNvGrpSpPr/>
          <p:nvPr/>
        </p:nvGrpSpPr>
        <p:grpSpPr>
          <a:xfrm>
            <a:off x="2587666" y="4871608"/>
            <a:ext cx="2406483" cy="720080"/>
            <a:chOff x="2594965" y="2465648"/>
            <a:chExt cx="2406483" cy="72008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5A589D1-2EFA-4F11-81CD-6542BEB85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965" y="2465648"/>
              <a:ext cx="1427729" cy="229322"/>
            </a:xfrm>
            <a:custGeom>
              <a:avLst/>
              <a:gdLst>
                <a:gd name="connsiteX0" fmla="*/ 366915 w 1427729"/>
                <a:gd name="connsiteY0" fmla="*/ 0 h 229322"/>
                <a:gd name="connsiteX1" fmla="*/ 1427729 w 1427729"/>
                <a:gd name="connsiteY1" fmla="*/ 0 h 229322"/>
                <a:gd name="connsiteX2" fmla="*/ 1427729 w 1427729"/>
                <a:gd name="connsiteY2" fmla="*/ 229322 h 229322"/>
                <a:gd name="connsiteX3" fmla="*/ 0 w 1427729"/>
                <a:gd name="connsiteY3" fmla="*/ 229322 h 22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729" h="229322">
                  <a:moveTo>
                    <a:pt x="366915" y="0"/>
                  </a:moveTo>
                  <a:lnTo>
                    <a:pt x="1427729" y="0"/>
                  </a:lnTo>
                  <a:lnTo>
                    <a:pt x="1427729" y="229322"/>
                  </a:lnTo>
                  <a:lnTo>
                    <a:pt x="0" y="22932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CD99465-4D51-423B-A8A0-CF499C2D7B4B}"/>
                </a:ext>
              </a:extLst>
            </p:cNvPr>
            <p:cNvSpPr/>
            <p:nvPr/>
          </p:nvSpPr>
          <p:spPr>
            <a:xfrm>
              <a:off x="3201248" y="2465648"/>
              <a:ext cx="648072" cy="229322"/>
            </a:xfrm>
            <a:custGeom>
              <a:avLst/>
              <a:gdLst>
                <a:gd name="connsiteX0" fmla="*/ 0 w 648072"/>
                <a:gd name="connsiteY0" fmla="*/ 0 h 229322"/>
                <a:gd name="connsiteX1" fmla="*/ 648072 w 648072"/>
                <a:gd name="connsiteY1" fmla="*/ 0 h 229322"/>
                <a:gd name="connsiteX2" fmla="*/ 648072 w 648072"/>
                <a:gd name="connsiteY2" fmla="*/ 229322 h 229322"/>
                <a:gd name="connsiteX3" fmla="*/ 0 w 648072"/>
                <a:gd name="connsiteY3" fmla="*/ 229322 h 22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072" h="229322">
                  <a:moveTo>
                    <a:pt x="0" y="0"/>
                  </a:moveTo>
                  <a:lnTo>
                    <a:pt x="648072" y="0"/>
                  </a:lnTo>
                  <a:lnTo>
                    <a:pt x="648072" y="229322"/>
                  </a:lnTo>
                  <a:lnTo>
                    <a:pt x="0" y="22932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10000"/>
                    <a:alpha val="0"/>
                  </a:schemeClr>
                </a:gs>
                <a:gs pos="100000">
                  <a:schemeClr val="bg2">
                    <a:lumMod val="10000"/>
                    <a:alpha val="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6A0C1020-ECE9-4556-BE34-C81E874C0675}"/>
                </a:ext>
              </a:extLst>
            </p:cNvPr>
            <p:cNvSpPr/>
            <p:nvPr/>
          </p:nvSpPr>
          <p:spPr>
            <a:xfrm rot="5400000">
              <a:off x="4065344" y="2249624"/>
              <a:ext cx="720080" cy="1152128"/>
            </a:xfrm>
            <a:prstGeom prst="rtTriangle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56A7E6B-BA5E-4555-944F-0989A241877D}"/>
              </a:ext>
            </a:extLst>
          </p:cNvPr>
          <p:cNvGrpSpPr/>
          <p:nvPr/>
        </p:nvGrpSpPr>
        <p:grpSpPr>
          <a:xfrm>
            <a:off x="6965227" y="4871608"/>
            <a:ext cx="2406483" cy="720080"/>
            <a:chOff x="6972526" y="2465648"/>
            <a:chExt cx="2406483" cy="72008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386D7AC-43F8-4B9C-BCA5-C84E05504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2526" y="2465648"/>
              <a:ext cx="1428375" cy="229322"/>
            </a:xfrm>
            <a:custGeom>
              <a:avLst/>
              <a:gdLst>
                <a:gd name="connsiteX0" fmla="*/ 366915 w 1428375"/>
                <a:gd name="connsiteY0" fmla="*/ 0 h 229322"/>
                <a:gd name="connsiteX1" fmla="*/ 1428375 w 1428375"/>
                <a:gd name="connsiteY1" fmla="*/ 0 h 229322"/>
                <a:gd name="connsiteX2" fmla="*/ 1428375 w 1428375"/>
                <a:gd name="connsiteY2" fmla="*/ 229322 h 229322"/>
                <a:gd name="connsiteX3" fmla="*/ 0 w 1428375"/>
                <a:gd name="connsiteY3" fmla="*/ 229322 h 22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375" h="229322">
                  <a:moveTo>
                    <a:pt x="366915" y="0"/>
                  </a:moveTo>
                  <a:lnTo>
                    <a:pt x="1428375" y="0"/>
                  </a:lnTo>
                  <a:lnTo>
                    <a:pt x="1428375" y="229322"/>
                  </a:lnTo>
                  <a:lnTo>
                    <a:pt x="0" y="229322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79A9EEC-4310-479D-B5A6-0B8844EE4187}"/>
                </a:ext>
              </a:extLst>
            </p:cNvPr>
            <p:cNvSpPr/>
            <p:nvPr/>
          </p:nvSpPr>
          <p:spPr>
            <a:xfrm>
              <a:off x="7578809" y="2465648"/>
              <a:ext cx="648072" cy="229322"/>
            </a:xfrm>
            <a:custGeom>
              <a:avLst/>
              <a:gdLst>
                <a:gd name="connsiteX0" fmla="*/ 0 w 648072"/>
                <a:gd name="connsiteY0" fmla="*/ 0 h 229322"/>
                <a:gd name="connsiteX1" fmla="*/ 648072 w 648072"/>
                <a:gd name="connsiteY1" fmla="*/ 0 h 229322"/>
                <a:gd name="connsiteX2" fmla="*/ 648072 w 648072"/>
                <a:gd name="connsiteY2" fmla="*/ 229322 h 229322"/>
                <a:gd name="connsiteX3" fmla="*/ 0 w 648072"/>
                <a:gd name="connsiteY3" fmla="*/ 229322 h 22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072" h="229322">
                  <a:moveTo>
                    <a:pt x="0" y="0"/>
                  </a:moveTo>
                  <a:lnTo>
                    <a:pt x="648072" y="0"/>
                  </a:lnTo>
                  <a:lnTo>
                    <a:pt x="648072" y="229322"/>
                  </a:lnTo>
                  <a:lnTo>
                    <a:pt x="0" y="22932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10000"/>
                    <a:alpha val="0"/>
                  </a:schemeClr>
                </a:gs>
                <a:gs pos="100000">
                  <a:schemeClr val="bg2">
                    <a:lumMod val="10000"/>
                    <a:alpha val="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Right Triangle 24">
              <a:extLst>
                <a:ext uri="{FF2B5EF4-FFF2-40B4-BE49-F238E27FC236}">
                  <a16:creationId xmlns:a16="http://schemas.microsoft.com/office/drawing/2014/main" id="{361F21A4-0977-4559-A168-A6400A3B8B5C}"/>
                </a:ext>
              </a:extLst>
            </p:cNvPr>
            <p:cNvSpPr/>
            <p:nvPr/>
          </p:nvSpPr>
          <p:spPr>
            <a:xfrm rot="5400000">
              <a:off x="8442905" y="2249624"/>
              <a:ext cx="720080" cy="1152128"/>
            </a:xfrm>
            <a:prstGeom prst="rtTriangle">
              <a:avLst/>
            </a:pr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151400D-776E-45C6-886F-68E24099A142}"/>
              </a:ext>
            </a:extLst>
          </p:cNvPr>
          <p:cNvSpPr/>
          <p:nvPr/>
        </p:nvSpPr>
        <p:spPr>
          <a:xfrm>
            <a:off x="5053552" y="4282247"/>
            <a:ext cx="19752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JO" sz="3600" b="1" dirty="0">
                <a:solidFill>
                  <a:srgbClr val="002060"/>
                </a:solidFill>
                <a:latin typeface="Arial" panose="020B0604020202020204" pitchFamily="34" charset="0"/>
              </a:rPr>
              <a:t>أقسام الحس</a:t>
            </a:r>
            <a:endParaRPr lang="ar-JO" sz="3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4D1AE9-3F02-4BE1-BB5D-02870C56ABC9}"/>
              </a:ext>
            </a:extLst>
          </p:cNvPr>
          <p:cNvSpPr/>
          <p:nvPr/>
        </p:nvSpPr>
        <p:spPr>
          <a:xfrm>
            <a:off x="2682346" y="5100930"/>
            <a:ext cx="9909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JO" sz="4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باطن</a:t>
            </a:r>
            <a:endParaRPr lang="ar-JO" sz="40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58993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" y="-2031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Picture 2" descr="C:\Users\Insert_Name\Desktop\أساطير-مغلوطة-2.jpg">
            <a:extLst>
              <a:ext uri="{FF2B5EF4-FFF2-40B4-BE49-F238E27FC236}">
                <a16:creationId xmlns:a16="http://schemas.microsoft.com/office/drawing/2014/main" id="{E037758F-848D-404F-ABCC-9D0D908A2F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 b="6161"/>
          <a:stretch/>
        </p:blipFill>
        <p:spPr bwMode="auto">
          <a:xfrm>
            <a:off x="1524000" y="1267116"/>
            <a:ext cx="8467493" cy="52207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2DB4AB21-53AC-48A9-ADF4-81279295B4A3}"/>
              </a:ext>
            </a:extLst>
          </p:cNvPr>
          <p:cNvSpPr/>
          <p:nvPr/>
        </p:nvSpPr>
        <p:spPr>
          <a:xfrm>
            <a:off x="2587082" y="115063"/>
            <a:ext cx="6746489" cy="1419374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rgbClr val="E3E4EB"/>
              </a:gs>
              <a:gs pos="100000">
                <a:srgbClr val="E3E4EB">
                  <a:lumMod val="30000"/>
                  <a:lumOff val="70000"/>
                </a:srgbClr>
              </a:gs>
            </a:gsLst>
            <a:lin ang="2700000" scaled="0"/>
          </a:gra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algn="ctr" rtl="1"/>
            <a:r>
              <a:rPr lang="ar-JO" sz="5600" b="1" dirty="0">
                <a:solidFill>
                  <a:srgbClr val="002060"/>
                </a:solidFill>
                <a:latin typeface="Arial" panose="020B0604020202020204" pitchFamily="34" charset="0"/>
              </a:rPr>
              <a:t>المدخلات</a:t>
            </a:r>
            <a:endParaRPr lang="en-US" sz="5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612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" y="-2031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9" name="Rounded Rectangle 17">
            <a:extLst>
              <a:ext uri="{FF2B5EF4-FFF2-40B4-BE49-F238E27FC236}">
                <a16:creationId xmlns:a16="http://schemas.microsoft.com/office/drawing/2014/main" id="{4A24DABC-3FF6-4161-A8B7-77F8D9160730}"/>
              </a:ext>
            </a:extLst>
          </p:cNvPr>
          <p:cNvSpPr/>
          <p:nvPr/>
        </p:nvSpPr>
        <p:spPr>
          <a:xfrm>
            <a:off x="1846724" y="1732803"/>
            <a:ext cx="10187326" cy="3222058"/>
          </a:xfrm>
          <a:prstGeom prst="roundRect">
            <a:avLst>
              <a:gd name="adj" fmla="val 50000"/>
            </a:avLst>
          </a:prstGeom>
          <a:solidFill>
            <a:srgbClr val="007471"/>
          </a:soli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lvl="0" algn="ctr" defTabSz="914354"/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E8830FE-A040-4B68-8F4D-314D0FE7EAB9}"/>
              </a:ext>
            </a:extLst>
          </p:cNvPr>
          <p:cNvSpPr/>
          <p:nvPr/>
        </p:nvSpPr>
        <p:spPr>
          <a:xfrm>
            <a:off x="2007687" y="1991696"/>
            <a:ext cx="972967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JO" sz="7200" b="1" dirty="0">
                <a:solidFill>
                  <a:schemeClr val="bg1"/>
                </a:solidFill>
              </a:rPr>
              <a:t>المحور الخامس</a:t>
            </a:r>
          </a:p>
          <a:p>
            <a:pPr algn="ctr" rtl="1"/>
            <a:r>
              <a:rPr lang="ar-JO" sz="6000" b="1" dirty="0">
                <a:solidFill>
                  <a:schemeClr val="bg1"/>
                </a:solidFill>
              </a:rPr>
              <a:t>التفكير والمجاهدة واتباع الأهواء </a:t>
            </a:r>
          </a:p>
          <a:p>
            <a:pPr algn="ctr" rtl="1"/>
            <a:r>
              <a:rPr lang="ar-JO" sz="6000" b="1" dirty="0">
                <a:solidFill>
                  <a:schemeClr val="bg1"/>
                </a:solidFill>
              </a:rPr>
              <a:t>"المعالجة" 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</p:spTree>
    <p:extLst>
      <p:ext uri="{BB962C8B-B14F-4D97-AF65-F5344CB8AC3E}">
        <p14:creationId xmlns:p14="http://schemas.microsoft.com/office/powerpoint/2010/main" val="2705702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" y="-2031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2DB4AB21-53AC-48A9-ADF4-81279295B4A3}"/>
              </a:ext>
            </a:extLst>
          </p:cNvPr>
          <p:cNvSpPr/>
          <p:nvPr/>
        </p:nvSpPr>
        <p:spPr>
          <a:xfrm>
            <a:off x="1195725" y="370133"/>
            <a:ext cx="9789459" cy="1224888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rgbClr val="E3E4EB"/>
              </a:gs>
              <a:gs pos="100000">
                <a:srgbClr val="E3E4EB">
                  <a:lumMod val="30000"/>
                  <a:lumOff val="70000"/>
                </a:srgbClr>
              </a:gs>
            </a:gsLst>
            <a:lin ang="2700000" scaled="0"/>
          </a:gra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algn="ctr" rtl="1"/>
            <a:r>
              <a:rPr lang="ar-JO" sz="5600" dirty="0">
                <a:solidFill>
                  <a:srgbClr val="002060"/>
                </a:solidFill>
              </a:rPr>
              <a:t>ثلاث مستويات من المعالجة</a:t>
            </a:r>
            <a:endParaRPr lang="en-US" sz="56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1DDECC-7A3C-442B-80F0-5B8C7CE54137}"/>
              </a:ext>
            </a:extLst>
          </p:cNvPr>
          <p:cNvSpPr/>
          <p:nvPr/>
        </p:nvSpPr>
        <p:spPr>
          <a:xfrm>
            <a:off x="784457" y="1789507"/>
            <a:ext cx="105594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50926" indent="-514350" algn="ctr" rtl="1">
              <a:buFont typeface="+mj-lt"/>
              <a:buAutoNum type="arabicPeriod"/>
            </a:pPr>
            <a:r>
              <a:rPr lang="ar-JO" sz="3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الحِسْ</a:t>
            </a:r>
            <a:r>
              <a:rPr lang="ar-JO" sz="3600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ar-JO" sz="3600" dirty="0">
                <a:solidFill>
                  <a:srgbClr val="002060"/>
                </a:solidFill>
              </a:rPr>
              <a:t> التفكير المنطلق من الغرائز والحواس دون معالجة + الفطرة بمفهومها العام (مشترك مع الحيوان) </a:t>
            </a:r>
          </a:p>
          <a:p>
            <a:pPr marL="550926" indent="-514350" algn="ctr" rtl="1">
              <a:buFont typeface="+mj-lt"/>
              <a:buAutoNum type="arabicPeriod"/>
            </a:pPr>
            <a:endParaRPr lang="ar-JO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50926" indent="-514350" algn="ctr" rtl="1">
              <a:buFont typeface="+mj-lt"/>
              <a:buAutoNum type="arabicPeriod"/>
            </a:pPr>
            <a:r>
              <a:rPr lang="ar-JO" sz="3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التفكير المقتصر على الزمان القريب:</a:t>
            </a:r>
            <a:r>
              <a:rPr lang="ar-JO" sz="3600" dirty="0">
                <a:solidFill>
                  <a:srgbClr val="002060"/>
                </a:solidFill>
              </a:rPr>
              <a:t> التفكير المنطلق من التجريب والملاحظة بأشكالها (مشترك مع الحيوان مع بعض الفروق)</a:t>
            </a:r>
          </a:p>
          <a:p>
            <a:pPr marL="550926" indent="-514350" algn="ctr" rtl="1">
              <a:buFont typeface="+mj-lt"/>
              <a:buAutoNum type="arabicPeriod"/>
            </a:pPr>
            <a:endParaRPr lang="ar-JO" sz="3600" dirty="0">
              <a:solidFill>
                <a:srgbClr val="002060"/>
              </a:solidFill>
            </a:endParaRPr>
          </a:p>
          <a:p>
            <a:pPr marL="550926" indent="-514350" algn="ctr" rtl="1">
              <a:buFont typeface="+mj-lt"/>
              <a:buAutoNum type="arabicPeriod"/>
            </a:pPr>
            <a:r>
              <a:rPr lang="ar-JO" sz="3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العقل : </a:t>
            </a:r>
            <a:r>
              <a:rPr lang="ar-JO" sz="3600" dirty="0">
                <a:solidFill>
                  <a:srgbClr val="002060"/>
                </a:solidFill>
              </a:rPr>
              <a:t>التفكير المنطلق من الوحي المراعي للواقع  + العمل بمقتضى ذلك غالباً بحسب الاستطاعة (ما يميز الإنسان)</a:t>
            </a:r>
            <a:endParaRPr lang="en-US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757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50" y="-2031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9" name="Google Shape;1523;p33">
            <a:extLst>
              <a:ext uri="{FF2B5EF4-FFF2-40B4-BE49-F238E27FC236}">
                <a16:creationId xmlns:a16="http://schemas.microsoft.com/office/drawing/2014/main" id="{473742C8-440A-4745-9D87-2A6EFAC01034}"/>
              </a:ext>
            </a:extLst>
          </p:cNvPr>
          <p:cNvGrpSpPr/>
          <p:nvPr/>
        </p:nvGrpSpPr>
        <p:grpSpPr>
          <a:xfrm>
            <a:off x="8256831" y="701163"/>
            <a:ext cx="2575930" cy="5710517"/>
            <a:chOff x="7094779" y="1319328"/>
            <a:chExt cx="1591800" cy="2907094"/>
          </a:xfrm>
        </p:grpSpPr>
        <p:sp>
          <p:nvSpPr>
            <p:cNvPr id="11" name="Google Shape;1524;p33">
              <a:extLst>
                <a:ext uri="{FF2B5EF4-FFF2-40B4-BE49-F238E27FC236}">
                  <a16:creationId xmlns:a16="http://schemas.microsoft.com/office/drawing/2014/main" id="{BA09A95A-80C6-4956-BE60-62B01F1BB62F}"/>
                </a:ext>
              </a:extLst>
            </p:cNvPr>
            <p:cNvSpPr/>
            <p:nvPr/>
          </p:nvSpPr>
          <p:spPr>
            <a:xfrm>
              <a:off x="7094779" y="1996455"/>
              <a:ext cx="1591800" cy="1237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25;p33">
              <a:extLst>
                <a:ext uri="{FF2B5EF4-FFF2-40B4-BE49-F238E27FC236}">
                  <a16:creationId xmlns:a16="http://schemas.microsoft.com/office/drawing/2014/main" id="{44237B07-2917-4461-AF9E-BBEFA08B8294}"/>
                </a:ext>
              </a:extLst>
            </p:cNvPr>
            <p:cNvSpPr/>
            <p:nvPr/>
          </p:nvSpPr>
          <p:spPr>
            <a:xfrm>
              <a:off x="7094779" y="3303922"/>
              <a:ext cx="1591800" cy="92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26;p33">
              <a:extLst>
                <a:ext uri="{FF2B5EF4-FFF2-40B4-BE49-F238E27FC236}">
                  <a16:creationId xmlns:a16="http://schemas.microsoft.com/office/drawing/2014/main" id="{47B90604-0C60-441C-AEFC-E5FC358DB0D8}"/>
                </a:ext>
              </a:extLst>
            </p:cNvPr>
            <p:cNvSpPr/>
            <p:nvPr/>
          </p:nvSpPr>
          <p:spPr>
            <a:xfrm rot="10800000" flipH="1">
              <a:off x="7094779" y="1319328"/>
              <a:ext cx="1591800" cy="57340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DD2CF89-ECB2-455F-9E60-76A35B7862CD}"/>
              </a:ext>
            </a:extLst>
          </p:cNvPr>
          <p:cNvSpPr/>
          <p:nvPr/>
        </p:nvSpPr>
        <p:spPr>
          <a:xfrm>
            <a:off x="9056352" y="918461"/>
            <a:ext cx="11464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rtl="1"/>
            <a:r>
              <a:rPr lang="ar-JO" sz="4000" b="1" dirty="0">
                <a:solidFill>
                  <a:schemeClr val="accent2">
                    <a:lumMod val="75000"/>
                  </a:schemeClr>
                </a:solidFill>
              </a:rPr>
              <a:t>الحس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1FDB91-E6D3-469A-8A5C-DFC2A13C5218}"/>
              </a:ext>
            </a:extLst>
          </p:cNvPr>
          <p:cNvSpPr/>
          <p:nvPr/>
        </p:nvSpPr>
        <p:spPr>
          <a:xfrm>
            <a:off x="8325552" y="2123604"/>
            <a:ext cx="2438488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rtl="1"/>
            <a:r>
              <a:rPr lang="ar-JO" sz="2800" b="1" dirty="0">
                <a:solidFill>
                  <a:srgbClr val="002060"/>
                </a:solidFill>
              </a:rPr>
              <a:t>الغريزة والعادات</a:t>
            </a:r>
          </a:p>
          <a:p>
            <a:pPr lvl="0" algn="ctr" rtl="1"/>
            <a:r>
              <a:rPr lang="ar-JO" sz="2800" b="1" dirty="0">
                <a:solidFill>
                  <a:srgbClr val="002060"/>
                </a:solidFill>
              </a:rPr>
              <a:t> والطبائع الشخصيّة</a:t>
            </a:r>
          </a:p>
          <a:p>
            <a:pPr lvl="0" algn="ctr" rtl="1"/>
            <a:r>
              <a:rPr lang="ar-JO" sz="2800" b="1" dirty="0">
                <a:solidFill>
                  <a:srgbClr val="002060"/>
                </a:solidFill>
              </a:rPr>
              <a:t> والفطرة </a:t>
            </a:r>
          </a:p>
          <a:p>
            <a:pPr lvl="0" algn="ctr" rtl="1"/>
            <a:r>
              <a:rPr lang="ar-JO" sz="2800" b="1" dirty="0">
                <a:solidFill>
                  <a:srgbClr val="002060"/>
                </a:solidFill>
              </a:rPr>
              <a:t>بمفهومها العام </a:t>
            </a:r>
          </a:p>
          <a:p>
            <a:pPr lvl="0" algn="ctr" rtl="1"/>
            <a:r>
              <a:rPr lang="ar-JO" sz="2800" b="1" dirty="0">
                <a:solidFill>
                  <a:srgbClr val="002060"/>
                </a:solidFill>
              </a:rPr>
              <a:t>(المكررات)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0413AC-0F40-4B94-85F5-69F3B1676690}"/>
              </a:ext>
            </a:extLst>
          </p:cNvPr>
          <p:cNvSpPr/>
          <p:nvPr/>
        </p:nvSpPr>
        <p:spPr>
          <a:xfrm>
            <a:off x="8796194" y="4743393"/>
            <a:ext cx="159633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r" rtl="1">
              <a:buFont typeface="Wingdings" panose="05000000000000000000" pitchFamily="2" charset="2"/>
              <a:buChar char="q"/>
            </a:pPr>
            <a:r>
              <a:rPr lang="ar-JO" sz="2800" dirty="0">
                <a:solidFill>
                  <a:schemeClr val="bg1"/>
                </a:solidFill>
              </a:rPr>
              <a:t>مجهول</a:t>
            </a:r>
            <a:endParaRPr lang="en-US" sz="2800" dirty="0">
              <a:solidFill>
                <a:schemeClr val="bg1"/>
              </a:solidFill>
            </a:endParaRPr>
          </a:p>
          <a:p>
            <a:pPr marL="457200" lvl="0" indent="-457200" algn="r" rtl="1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457200" lvl="0" indent="-457200" algn="r" rtl="1">
              <a:buFont typeface="Wingdings" panose="05000000000000000000" pitchFamily="2" charset="2"/>
              <a:buChar char="q"/>
            </a:pPr>
            <a:r>
              <a:rPr lang="ar-JO" sz="2800" dirty="0">
                <a:solidFill>
                  <a:schemeClr val="bg1"/>
                </a:solidFill>
              </a:rPr>
              <a:t>انفعال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16" name="Google Shape;1523;p33">
            <a:extLst>
              <a:ext uri="{FF2B5EF4-FFF2-40B4-BE49-F238E27FC236}">
                <a16:creationId xmlns:a16="http://schemas.microsoft.com/office/drawing/2014/main" id="{259222ED-9D65-4032-97CC-5A5BE6C323C0}"/>
              </a:ext>
            </a:extLst>
          </p:cNvPr>
          <p:cNvGrpSpPr/>
          <p:nvPr/>
        </p:nvGrpSpPr>
        <p:grpSpPr>
          <a:xfrm>
            <a:off x="4857867" y="703057"/>
            <a:ext cx="2575930" cy="5710517"/>
            <a:chOff x="7094779" y="1319328"/>
            <a:chExt cx="1591800" cy="2907094"/>
          </a:xfrm>
        </p:grpSpPr>
        <p:sp>
          <p:nvSpPr>
            <p:cNvPr id="17" name="Google Shape;1524;p33">
              <a:extLst>
                <a:ext uri="{FF2B5EF4-FFF2-40B4-BE49-F238E27FC236}">
                  <a16:creationId xmlns:a16="http://schemas.microsoft.com/office/drawing/2014/main" id="{8765C7A0-61F5-4A2D-BCC1-F5E386FBE983}"/>
                </a:ext>
              </a:extLst>
            </p:cNvPr>
            <p:cNvSpPr/>
            <p:nvPr/>
          </p:nvSpPr>
          <p:spPr>
            <a:xfrm>
              <a:off x="7094779" y="1996455"/>
              <a:ext cx="1591800" cy="1237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525;p33">
              <a:extLst>
                <a:ext uri="{FF2B5EF4-FFF2-40B4-BE49-F238E27FC236}">
                  <a16:creationId xmlns:a16="http://schemas.microsoft.com/office/drawing/2014/main" id="{BC55A84D-AF62-4D3A-9C28-0819FF182221}"/>
                </a:ext>
              </a:extLst>
            </p:cNvPr>
            <p:cNvSpPr/>
            <p:nvPr/>
          </p:nvSpPr>
          <p:spPr>
            <a:xfrm>
              <a:off x="7094779" y="3303922"/>
              <a:ext cx="1591800" cy="92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526;p33">
              <a:extLst>
                <a:ext uri="{FF2B5EF4-FFF2-40B4-BE49-F238E27FC236}">
                  <a16:creationId xmlns:a16="http://schemas.microsoft.com/office/drawing/2014/main" id="{A9EB39DB-2971-47EE-B96C-2038937EF36D}"/>
                </a:ext>
              </a:extLst>
            </p:cNvPr>
            <p:cNvSpPr/>
            <p:nvPr/>
          </p:nvSpPr>
          <p:spPr>
            <a:xfrm rot="10800000" flipH="1">
              <a:off x="7094779" y="1319328"/>
              <a:ext cx="1591800" cy="57340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8B2CF72-9BF6-4902-91EF-BA84A1A611F0}"/>
              </a:ext>
            </a:extLst>
          </p:cNvPr>
          <p:cNvSpPr/>
          <p:nvPr/>
        </p:nvSpPr>
        <p:spPr>
          <a:xfrm>
            <a:off x="4980122" y="920355"/>
            <a:ext cx="25010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rtl="1"/>
            <a:r>
              <a:rPr lang="ar-JO" sz="4000" b="1" dirty="0">
                <a:solidFill>
                  <a:schemeClr val="accent2">
                    <a:lumMod val="75000"/>
                  </a:schemeClr>
                </a:solidFill>
              </a:rPr>
              <a:t>التفكير القريب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CCA60E-9083-4B5D-BDE1-60EBE4E033C9}"/>
              </a:ext>
            </a:extLst>
          </p:cNvPr>
          <p:cNvSpPr/>
          <p:nvPr/>
        </p:nvSpPr>
        <p:spPr>
          <a:xfrm>
            <a:off x="5129707" y="2269418"/>
            <a:ext cx="2392000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rtl="1"/>
            <a:endParaRPr lang="en-US" sz="2800" dirty="0">
              <a:solidFill>
                <a:srgbClr val="002060"/>
              </a:solidFill>
            </a:endParaRPr>
          </a:p>
          <a:p>
            <a:pPr lvl="1" algn="ctr" rtl="1"/>
            <a:r>
              <a:rPr lang="ar-JO" sz="2800" b="1" dirty="0">
                <a:solidFill>
                  <a:srgbClr val="002060"/>
                </a:solidFill>
              </a:rPr>
              <a:t>مصادر المعرفة</a:t>
            </a:r>
          </a:p>
          <a:p>
            <a:pPr lvl="1" algn="ctr" rtl="1"/>
            <a:r>
              <a:rPr lang="ar-JO" sz="2800" b="1" dirty="0">
                <a:solidFill>
                  <a:srgbClr val="002060"/>
                </a:solidFill>
              </a:rPr>
              <a:t> (المختلفة)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81CE70-A4A1-4EB6-9C01-D32D04B79176}"/>
              </a:ext>
            </a:extLst>
          </p:cNvPr>
          <p:cNvSpPr/>
          <p:nvPr/>
        </p:nvSpPr>
        <p:spPr>
          <a:xfrm>
            <a:off x="5113373" y="4597692"/>
            <a:ext cx="212447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 rtl="1">
              <a:buFont typeface="Wingdings" panose="05000000000000000000" pitchFamily="2" charset="2"/>
              <a:buChar char="q"/>
            </a:pPr>
            <a:r>
              <a:rPr lang="ar-JO" sz="2800" dirty="0">
                <a:solidFill>
                  <a:schemeClr val="bg1"/>
                </a:solidFill>
              </a:rPr>
              <a:t>فكرة “شبه معلومة“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algn="ctr" rtl="1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457200" lvl="0" indent="-457200" algn="ctr" rtl="1">
              <a:buFont typeface="Wingdings" panose="05000000000000000000" pitchFamily="2" charset="2"/>
              <a:buChar char="q"/>
            </a:pPr>
            <a:r>
              <a:rPr lang="ar-JO" sz="2800" dirty="0">
                <a:solidFill>
                  <a:schemeClr val="bg1"/>
                </a:solidFill>
              </a:rPr>
              <a:t>فعل عشوائي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23" name="Google Shape;1523;p33">
            <a:extLst>
              <a:ext uri="{FF2B5EF4-FFF2-40B4-BE49-F238E27FC236}">
                <a16:creationId xmlns:a16="http://schemas.microsoft.com/office/drawing/2014/main" id="{50DC5D10-19C2-4474-B05E-31076477FF8C}"/>
              </a:ext>
            </a:extLst>
          </p:cNvPr>
          <p:cNvGrpSpPr/>
          <p:nvPr/>
        </p:nvGrpSpPr>
        <p:grpSpPr>
          <a:xfrm>
            <a:off x="1599274" y="701163"/>
            <a:ext cx="2575930" cy="5710517"/>
            <a:chOff x="7094779" y="1319328"/>
            <a:chExt cx="1591800" cy="2907094"/>
          </a:xfrm>
        </p:grpSpPr>
        <p:sp>
          <p:nvSpPr>
            <p:cNvPr id="24" name="Google Shape;1524;p33">
              <a:extLst>
                <a:ext uri="{FF2B5EF4-FFF2-40B4-BE49-F238E27FC236}">
                  <a16:creationId xmlns:a16="http://schemas.microsoft.com/office/drawing/2014/main" id="{4D24A27B-7A19-4FD1-8AB8-636A0425316D}"/>
                </a:ext>
              </a:extLst>
            </p:cNvPr>
            <p:cNvSpPr/>
            <p:nvPr/>
          </p:nvSpPr>
          <p:spPr>
            <a:xfrm>
              <a:off x="7094779" y="1996455"/>
              <a:ext cx="1591800" cy="1237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525;p33">
              <a:extLst>
                <a:ext uri="{FF2B5EF4-FFF2-40B4-BE49-F238E27FC236}">
                  <a16:creationId xmlns:a16="http://schemas.microsoft.com/office/drawing/2014/main" id="{FDA27C4B-CA1C-4719-AD83-C264E945A3AE}"/>
                </a:ext>
              </a:extLst>
            </p:cNvPr>
            <p:cNvSpPr/>
            <p:nvPr/>
          </p:nvSpPr>
          <p:spPr>
            <a:xfrm>
              <a:off x="7094779" y="3303922"/>
              <a:ext cx="1591800" cy="92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526;p33">
              <a:extLst>
                <a:ext uri="{FF2B5EF4-FFF2-40B4-BE49-F238E27FC236}">
                  <a16:creationId xmlns:a16="http://schemas.microsoft.com/office/drawing/2014/main" id="{7C600946-7CB1-4D4B-98FD-0E2E07B6BEA5}"/>
                </a:ext>
              </a:extLst>
            </p:cNvPr>
            <p:cNvSpPr/>
            <p:nvPr/>
          </p:nvSpPr>
          <p:spPr>
            <a:xfrm rot="10800000" flipH="1">
              <a:off x="7094779" y="1319328"/>
              <a:ext cx="1591800" cy="57340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B8BDE40-8776-4C5E-9014-CF30443A97C2}"/>
              </a:ext>
            </a:extLst>
          </p:cNvPr>
          <p:cNvSpPr/>
          <p:nvPr/>
        </p:nvSpPr>
        <p:spPr>
          <a:xfrm>
            <a:off x="2489507" y="916701"/>
            <a:ext cx="99257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rtl="1"/>
            <a:r>
              <a:rPr lang="ar-JO" sz="4000" b="1" dirty="0">
                <a:solidFill>
                  <a:schemeClr val="accent2">
                    <a:lumMod val="75000"/>
                  </a:schemeClr>
                </a:solidFill>
              </a:rPr>
              <a:t>العقل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EA9CB2-18C5-4C6A-AA91-5E07E785445F}"/>
              </a:ext>
            </a:extLst>
          </p:cNvPr>
          <p:cNvSpPr/>
          <p:nvPr/>
        </p:nvSpPr>
        <p:spPr>
          <a:xfrm>
            <a:off x="1615431" y="2121844"/>
            <a:ext cx="234891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rtl="1"/>
            <a:endParaRPr lang="en-US" sz="2800" b="1" dirty="0">
              <a:solidFill>
                <a:srgbClr val="002060"/>
              </a:solidFill>
            </a:endParaRPr>
          </a:p>
          <a:p>
            <a:pPr lvl="1" algn="ctr" rtl="1"/>
            <a:r>
              <a:rPr lang="ar-JO" sz="2800" b="1" dirty="0">
                <a:solidFill>
                  <a:srgbClr val="002060"/>
                </a:solidFill>
              </a:rPr>
              <a:t>الوحي</a:t>
            </a:r>
          </a:p>
          <a:p>
            <a:pPr lvl="1" algn="ctr" rtl="1"/>
            <a:r>
              <a:rPr lang="ar-JO" sz="2800" b="1" dirty="0">
                <a:solidFill>
                  <a:srgbClr val="002060"/>
                </a:solidFill>
              </a:rPr>
              <a:t>مع الصحيح من مصادر المعرفغة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BEFC40-1122-4297-A76B-0A4C554524FE}"/>
              </a:ext>
            </a:extLst>
          </p:cNvPr>
          <p:cNvSpPr/>
          <p:nvPr/>
        </p:nvSpPr>
        <p:spPr>
          <a:xfrm>
            <a:off x="1737583" y="4641640"/>
            <a:ext cx="235724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 rtl="1">
              <a:buFont typeface="Wingdings" panose="05000000000000000000" pitchFamily="2" charset="2"/>
              <a:buChar char="q"/>
            </a:pPr>
            <a:r>
              <a:rPr lang="ar-JO" sz="2800" dirty="0">
                <a:solidFill>
                  <a:schemeClr val="bg1"/>
                </a:solidFill>
              </a:rPr>
              <a:t>علم/عقيدة/يقين\فقه</a:t>
            </a:r>
            <a:endParaRPr lang="en-US" sz="2800" dirty="0">
              <a:solidFill>
                <a:schemeClr val="bg1"/>
              </a:solidFill>
            </a:endParaRPr>
          </a:p>
          <a:p>
            <a:pPr marL="457200" lvl="0" indent="-457200" algn="ctr" rtl="1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457200" lvl="0" indent="-457200" algn="ctr" rtl="1">
              <a:buFont typeface="Wingdings" panose="05000000000000000000" pitchFamily="2" charset="2"/>
              <a:buChar char="q"/>
            </a:pPr>
            <a:r>
              <a:rPr lang="ar-JO" sz="2800" dirty="0">
                <a:solidFill>
                  <a:schemeClr val="bg1"/>
                </a:solidFill>
              </a:rPr>
              <a:t>عمل/حكمة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061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" y="-28390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2" y="5733405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BBA9EF3F-6F91-4BBD-8C26-9B2B5EC2E2E4}"/>
              </a:ext>
            </a:extLst>
          </p:cNvPr>
          <p:cNvSpPr/>
          <p:nvPr/>
        </p:nvSpPr>
        <p:spPr>
          <a:xfrm>
            <a:off x="206188" y="794513"/>
            <a:ext cx="11464152" cy="1074291"/>
          </a:xfrm>
          <a:prstGeom prst="roundRect">
            <a:avLst>
              <a:gd name="adj" fmla="val 50000"/>
            </a:avLst>
          </a:prstGeom>
          <a:solidFill>
            <a:srgbClr val="007471"/>
          </a:soli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algn="ctr" rtl="1"/>
            <a:r>
              <a:rPr lang="ar-JO" sz="5000" b="1" dirty="0">
                <a:solidFill>
                  <a:schemeClr val="bg1"/>
                </a:solidFill>
              </a:rPr>
              <a:t>ما علاقة كل من ما يلي بالنموذج المعرفي لدى المسلم</a:t>
            </a:r>
            <a:endParaRPr lang="ar-JO" sz="5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2DB4AB21-53AC-48A9-ADF4-81279295B4A3}"/>
              </a:ext>
            </a:extLst>
          </p:cNvPr>
          <p:cNvSpPr/>
          <p:nvPr/>
        </p:nvSpPr>
        <p:spPr>
          <a:xfrm>
            <a:off x="9289356" y="211324"/>
            <a:ext cx="2413214" cy="707887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algn="ctr" rtl="1"/>
            <a:r>
              <a:rPr lang="ar-JO" sz="4800" dirty="0">
                <a:solidFill>
                  <a:schemeClr val="bg1"/>
                </a:solidFill>
              </a:rPr>
              <a:t>تطبيقات </a:t>
            </a:r>
            <a:endParaRPr lang="en-US" sz="48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9F1028-398E-4124-88EB-A03B1A06C489}"/>
              </a:ext>
            </a:extLst>
          </p:cNvPr>
          <p:cNvCxnSpPr>
            <a:cxnSpLocks/>
          </p:cNvCxnSpPr>
          <p:nvPr/>
        </p:nvCxnSpPr>
        <p:spPr>
          <a:xfrm>
            <a:off x="3871111" y="2236194"/>
            <a:ext cx="0" cy="1371600"/>
          </a:xfrm>
          <a:prstGeom prst="line">
            <a:avLst/>
          </a:prstGeom>
          <a:ln w="25400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E9EA09-C0FB-4FB4-9F6B-ACE4343345FF}"/>
              </a:ext>
            </a:extLst>
          </p:cNvPr>
          <p:cNvCxnSpPr>
            <a:cxnSpLocks/>
          </p:cNvCxnSpPr>
          <p:nvPr/>
        </p:nvCxnSpPr>
        <p:spPr>
          <a:xfrm>
            <a:off x="6103545" y="2236194"/>
            <a:ext cx="0" cy="1371600"/>
          </a:xfrm>
          <a:prstGeom prst="line">
            <a:avLst/>
          </a:prstGeom>
          <a:ln w="25400"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3F9ADB-3739-4239-A5F2-D60D6F76D158}"/>
              </a:ext>
            </a:extLst>
          </p:cNvPr>
          <p:cNvCxnSpPr>
            <a:cxnSpLocks/>
          </p:cNvCxnSpPr>
          <p:nvPr/>
        </p:nvCxnSpPr>
        <p:spPr>
          <a:xfrm>
            <a:off x="8335979" y="2236194"/>
            <a:ext cx="0" cy="1371600"/>
          </a:xfrm>
          <a:prstGeom prst="line">
            <a:avLst/>
          </a:prstGeom>
          <a:ln w="25400">
            <a:solidFill>
              <a:schemeClr val="accent3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9">
            <a:extLst>
              <a:ext uri="{FF2B5EF4-FFF2-40B4-BE49-F238E27FC236}">
                <a16:creationId xmlns:a16="http://schemas.microsoft.com/office/drawing/2014/main" id="{2DDBCA05-584F-44BD-B351-2C19288FF555}"/>
              </a:ext>
            </a:extLst>
          </p:cNvPr>
          <p:cNvCxnSpPr>
            <a:cxnSpLocks/>
          </p:cNvCxnSpPr>
          <p:nvPr/>
        </p:nvCxnSpPr>
        <p:spPr>
          <a:xfrm>
            <a:off x="1638677" y="2236194"/>
            <a:ext cx="0" cy="1371600"/>
          </a:xfrm>
          <a:prstGeom prst="line">
            <a:avLst/>
          </a:prstGeom>
          <a:ln w="25400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E498736-C154-49B8-9D50-A7FB7B31D4EC}"/>
              </a:ext>
            </a:extLst>
          </p:cNvPr>
          <p:cNvCxnSpPr>
            <a:cxnSpLocks/>
          </p:cNvCxnSpPr>
          <p:nvPr/>
        </p:nvCxnSpPr>
        <p:spPr>
          <a:xfrm>
            <a:off x="10591160" y="2222373"/>
            <a:ext cx="0" cy="1371600"/>
          </a:xfrm>
          <a:prstGeom prst="line">
            <a:avLst/>
          </a:prstGeom>
          <a:ln w="25400">
            <a:solidFill>
              <a:srgbClr val="F5B68B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470B4D13-24C9-49E6-9F01-3CA0C83B44CA}"/>
              </a:ext>
            </a:extLst>
          </p:cNvPr>
          <p:cNvSpPr/>
          <p:nvPr/>
        </p:nvSpPr>
        <p:spPr>
          <a:xfrm>
            <a:off x="930000" y="2461499"/>
            <a:ext cx="10332000" cy="96391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Oval 3">
            <a:extLst>
              <a:ext uri="{FF2B5EF4-FFF2-40B4-BE49-F238E27FC236}">
                <a16:creationId xmlns:a16="http://schemas.microsoft.com/office/drawing/2014/main" id="{1D5ECC77-6042-46EA-9039-8123B1545C40}"/>
              </a:ext>
            </a:extLst>
          </p:cNvPr>
          <p:cNvSpPr/>
          <p:nvPr/>
        </p:nvSpPr>
        <p:spPr>
          <a:xfrm flipH="1">
            <a:off x="1502109" y="2379667"/>
            <a:ext cx="261716" cy="261716"/>
          </a:xfrm>
          <a:prstGeom prst="ellipse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Oval 4">
            <a:extLst>
              <a:ext uri="{FF2B5EF4-FFF2-40B4-BE49-F238E27FC236}">
                <a16:creationId xmlns:a16="http://schemas.microsoft.com/office/drawing/2014/main" id="{0E963EF7-96AD-4E92-B126-6937A3F1EFC1}"/>
              </a:ext>
            </a:extLst>
          </p:cNvPr>
          <p:cNvSpPr/>
          <p:nvPr/>
        </p:nvSpPr>
        <p:spPr>
          <a:xfrm flipH="1">
            <a:off x="5967167" y="2379667"/>
            <a:ext cx="261716" cy="26171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Oval 5">
            <a:extLst>
              <a:ext uri="{FF2B5EF4-FFF2-40B4-BE49-F238E27FC236}">
                <a16:creationId xmlns:a16="http://schemas.microsoft.com/office/drawing/2014/main" id="{1604A6DA-F61A-404D-8ECC-B7282DA05280}"/>
              </a:ext>
            </a:extLst>
          </p:cNvPr>
          <p:cNvSpPr/>
          <p:nvPr/>
        </p:nvSpPr>
        <p:spPr>
          <a:xfrm flipH="1">
            <a:off x="10432227" y="2379667"/>
            <a:ext cx="261716" cy="261716"/>
          </a:xfrm>
          <a:prstGeom prst="ellipse">
            <a:avLst/>
          </a:prstGeom>
          <a:solidFill>
            <a:srgbClr val="F19E65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7AF7BD63-C2F3-4CBF-8AAF-159FF6E61EDB}"/>
              </a:ext>
            </a:extLst>
          </p:cNvPr>
          <p:cNvSpPr/>
          <p:nvPr/>
        </p:nvSpPr>
        <p:spPr>
          <a:xfrm rot="10800000" flipH="1">
            <a:off x="3734638" y="2379666"/>
            <a:ext cx="261716" cy="26171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6D981328-7B8E-46E2-A7DA-C89961D886E4}"/>
              </a:ext>
            </a:extLst>
          </p:cNvPr>
          <p:cNvSpPr/>
          <p:nvPr/>
        </p:nvSpPr>
        <p:spPr>
          <a:xfrm rot="10800000" flipH="1">
            <a:off x="8199696" y="2379667"/>
            <a:ext cx="261716" cy="261716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2" name="그룹 48">
            <a:extLst>
              <a:ext uri="{FF2B5EF4-FFF2-40B4-BE49-F238E27FC236}">
                <a16:creationId xmlns:a16="http://schemas.microsoft.com/office/drawing/2014/main" id="{BBED03F2-5AB6-46D2-88AF-79CC67E3B32F}"/>
              </a:ext>
            </a:extLst>
          </p:cNvPr>
          <p:cNvGrpSpPr/>
          <p:nvPr/>
        </p:nvGrpSpPr>
        <p:grpSpPr>
          <a:xfrm>
            <a:off x="274909" y="2935459"/>
            <a:ext cx="11235055" cy="3128028"/>
            <a:chOff x="274909" y="3401627"/>
            <a:chExt cx="11235055" cy="3128028"/>
          </a:xfrm>
        </p:grpSpPr>
        <p:grpSp>
          <p:nvGrpSpPr>
            <p:cNvPr id="23" name="Group 16">
              <a:extLst>
                <a:ext uri="{FF2B5EF4-FFF2-40B4-BE49-F238E27FC236}">
                  <a16:creationId xmlns:a16="http://schemas.microsoft.com/office/drawing/2014/main" id="{EA729211-7F06-4A16-AB5E-7FE05E64ADBC}"/>
                </a:ext>
              </a:extLst>
            </p:cNvPr>
            <p:cNvGrpSpPr/>
            <p:nvPr/>
          </p:nvGrpSpPr>
          <p:grpSpPr>
            <a:xfrm>
              <a:off x="274909" y="3401627"/>
              <a:ext cx="2562359" cy="3128028"/>
              <a:chOff x="266183" y="3675779"/>
              <a:chExt cx="2562359" cy="3128028"/>
            </a:xfrm>
          </p:grpSpPr>
          <p:sp>
            <p:nvSpPr>
              <p:cNvPr id="40" name="Rectangle 14">
                <a:extLst>
                  <a:ext uri="{FF2B5EF4-FFF2-40B4-BE49-F238E27FC236}">
                    <a16:creationId xmlns:a16="http://schemas.microsoft.com/office/drawing/2014/main" id="{DDA0F20F-A0D0-42AC-BCD1-DB846AF12E2A}"/>
                  </a:ext>
                </a:extLst>
              </p:cNvPr>
              <p:cNvSpPr/>
              <p:nvPr/>
            </p:nvSpPr>
            <p:spPr>
              <a:xfrm>
                <a:off x="266183" y="3868125"/>
                <a:ext cx="2562359" cy="2935682"/>
              </a:xfrm>
              <a:prstGeom prst="roundRect">
                <a:avLst>
                  <a:gd name="adj" fmla="val 5091"/>
                </a:avLst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Trapezoid 15">
                <a:extLst>
                  <a:ext uri="{FF2B5EF4-FFF2-40B4-BE49-F238E27FC236}">
                    <a16:creationId xmlns:a16="http://schemas.microsoft.com/office/drawing/2014/main" id="{E3627CB8-5521-44F9-B2DF-2D21ABC861A3}"/>
                  </a:ext>
                </a:extLst>
              </p:cNvPr>
              <p:cNvSpPr/>
              <p:nvPr/>
            </p:nvSpPr>
            <p:spPr>
              <a:xfrm rot="10800000">
                <a:off x="741617" y="3675779"/>
                <a:ext cx="1767287" cy="498869"/>
              </a:xfrm>
              <a:prstGeom prst="trapezoid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Trapezoid 41">
                <a:extLst>
                  <a:ext uri="{FF2B5EF4-FFF2-40B4-BE49-F238E27FC236}">
                    <a16:creationId xmlns:a16="http://schemas.microsoft.com/office/drawing/2014/main" id="{B074554D-2B74-4BD4-8969-623F9BCFD82C}"/>
                  </a:ext>
                </a:extLst>
              </p:cNvPr>
              <p:cNvSpPr/>
              <p:nvPr/>
            </p:nvSpPr>
            <p:spPr>
              <a:xfrm rot="10800000">
                <a:off x="739943" y="3784632"/>
                <a:ext cx="1767287" cy="498869"/>
              </a:xfrm>
              <a:prstGeom prst="trapezoid">
                <a:avLst/>
              </a:prstGeom>
              <a:solidFill>
                <a:srgbClr val="00B0F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17">
              <a:extLst>
                <a:ext uri="{FF2B5EF4-FFF2-40B4-BE49-F238E27FC236}">
                  <a16:creationId xmlns:a16="http://schemas.microsoft.com/office/drawing/2014/main" id="{361542C2-7DCE-432F-A705-309F255E2A12}"/>
                </a:ext>
              </a:extLst>
            </p:cNvPr>
            <p:cNvGrpSpPr/>
            <p:nvPr/>
          </p:nvGrpSpPr>
          <p:grpSpPr>
            <a:xfrm>
              <a:off x="2944635" y="3401627"/>
              <a:ext cx="1877086" cy="3128028"/>
              <a:chOff x="694424" y="3675779"/>
              <a:chExt cx="1877086" cy="3128028"/>
            </a:xfrm>
          </p:grpSpPr>
          <p:sp>
            <p:nvSpPr>
              <p:cNvPr id="37" name="Rectangle 18">
                <a:extLst>
                  <a:ext uri="{FF2B5EF4-FFF2-40B4-BE49-F238E27FC236}">
                    <a16:creationId xmlns:a16="http://schemas.microsoft.com/office/drawing/2014/main" id="{B03C9793-9C7E-46EC-BD39-C45C008B4D14}"/>
                  </a:ext>
                </a:extLst>
              </p:cNvPr>
              <p:cNvSpPr/>
              <p:nvPr/>
            </p:nvSpPr>
            <p:spPr>
              <a:xfrm>
                <a:off x="694424" y="3868125"/>
                <a:ext cx="1877086" cy="2935682"/>
              </a:xfrm>
              <a:prstGeom prst="roundRect">
                <a:avLst>
                  <a:gd name="adj" fmla="val 2680"/>
                </a:avLst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rapezoid 19">
                <a:extLst>
                  <a:ext uri="{FF2B5EF4-FFF2-40B4-BE49-F238E27FC236}">
                    <a16:creationId xmlns:a16="http://schemas.microsoft.com/office/drawing/2014/main" id="{56772ADE-194D-490C-A1A2-09AB7E9E8DC3}"/>
                  </a:ext>
                </a:extLst>
              </p:cNvPr>
              <p:cNvSpPr/>
              <p:nvPr/>
            </p:nvSpPr>
            <p:spPr>
              <a:xfrm rot="10800000">
                <a:off x="741617" y="3675779"/>
                <a:ext cx="1767287" cy="498869"/>
              </a:xfrm>
              <a:prstGeom prst="trapezoid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rapezoid 19">
                <a:extLst>
                  <a:ext uri="{FF2B5EF4-FFF2-40B4-BE49-F238E27FC236}">
                    <a16:creationId xmlns:a16="http://schemas.microsoft.com/office/drawing/2014/main" id="{2756B579-DCC4-484F-BE49-8DBB3C205167}"/>
                  </a:ext>
                </a:extLst>
              </p:cNvPr>
              <p:cNvSpPr/>
              <p:nvPr/>
            </p:nvSpPr>
            <p:spPr>
              <a:xfrm rot="10800000">
                <a:off x="739942" y="3784631"/>
                <a:ext cx="1767287" cy="767586"/>
              </a:xfrm>
              <a:prstGeom prst="trapezoid">
                <a:avLst/>
              </a:prstGeom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0">
              <a:extLst>
                <a:ext uri="{FF2B5EF4-FFF2-40B4-BE49-F238E27FC236}">
                  <a16:creationId xmlns:a16="http://schemas.microsoft.com/office/drawing/2014/main" id="{0C863B66-BB97-435E-877B-62661DB6B9E2}"/>
                </a:ext>
              </a:extLst>
            </p:cNvPr>
            <p:cNvGrpSpPr/>
            <p:nvPr/>
          </p:nvGrpSpPr>
          <p:grpSpPr>
            <a:xfrm>
              <a:off x="4997716" y="3401627"/>
              <a:ext cx="2200267" cy="3128028"/>
              <a:chOff x="524126" y="3675779"/>
              <a:chExt cx="2200267" cy="3128028"/>
            </a:xfrm>
          </p:grpSpPr>
          <p:sp>
            <p:nvSpPr>
              <p:cNvPr id="34" name="Rectangle 21">
                <a:extLst>
                  <a:ext uri="{FF2B5EF4-FFF2-40B4-BE49-F238E27FC236}">
                    <a16:creationId xmlns:a16="http://schemas.microsoft.com/office/drawing/2014/main" id="{3390934C-7050-4AFA-A527-576E2FA94926}"/>
                  </a:ext>
                </a:extLst>
              </p:cNvPr>
              <p:cNvSpPr/>
              <p:nvPr/>
            </p:nvSpPr>
            <p:spPr>
              <a:xfrm>
                <a:off x="694424" y="3868125"/>
                <a:ext cx="1877086" cy="2935682"/>
              </a:xfrm>
              <a:prstGeom prst="roundRect">
                <a:avLst>
                  <a:gd name="adj" fmla="val 4127"/>
                </a:avLst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rapezoid 22">
                <a:extLst>
                  <a:ext uri="{FF2B5EF4-FFF2-40B4-BE49-F238E27FC236}">
                    <a16:creationId xmlns:a16="http://schemas.microsoft.com/office/drawing/2014/main" id="{D593A1BE-34D1-4B26-A3D8-3606EFA68904}"/>
                  </a:ext>
                </a:extLst>
              </p:cNvPr>
              <p:cNvSpPr/>
              <p:nvPr/>
            </p:nvSpPr>
            <p:spPr>
              <a:xfrm rot="10800000">
                <a:off x="741617" y="3675779"/>
                <a:ext cx="1767287" cy="498869"/>
              </a:xfrm>
              <a:prstGeom prst="trapezoid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rapezoid 22">
                <a:extLst>
                  <a:ext uri="{FF2B5EF4-FFF2-40B4-BE49-F238E27FC236}">
                    <a16:creationId xmlns:a16="http://schemas.microsoft.com/office/drawing/2014/main" id="{D4466C45-1F89-4419-8DE8-9EBFF1229198}"/>
                  </a:ext>
                </a:extLst>
              </p:cNvPr>
              <p:cNvSpPr/>
              <p:nvPr/>
            </p:nvSpPr>
            <p:spPr>
              <a:xfrm rot="10800000">
                <a:off x="524126" y="3784631"/>
                <a:ext cx="2200267" cy="959932"/>
              </a:xfrm>
              <a:prstGeom prst="trapezoid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3">
              <a:extLst>
                <a:ext uri="{FF2B5EF4-FFF2-40B4-BE49-F238E27FC236}">
                  <a16:creationId xmlns:a16="http://schemas.microsoft.com/office/drawing/2014/main" id="{1474ED32-5B0B-4AE9-BBE5-6841D0DE1FA1}"/>
                </a:ext>
              </a:extLst>
            </p:cNvPr>
            <p:cNvGrpSpPr/>
            <p:nvPr/>
          </p:nvGrpSpPr>
          <p:grpSpPr>
            <a:xfrm>
              <a:off x="7400446" y="3401627"/>
              <a:ext cx="1877086" cy="3128028"/>
              <a:chOff x="694424" y="3675779"/>
              <a:chExt cx="1877086" cy="3128028"/>
            </a:xfrm>
          </p:grpSpPr>
          <p:sp>
            <p:nvSpPr>
              <p:cNvPr id="31" name="Rectangle 24">
                <a:extLst>
                  <a:ext uri="{FF2B5EF4-FFF2-40B4-BE49-F238E27FC236}">
                    <a16:creationId xmlns:a16="http://schemas.microsoft.com/office/drawing/2014/main" id="{A3464D8C-C9D0-4D51-9956-19AC1EE9F88B}"/>
                  </a:ext>
                </a:extLst>
              </p:cNvPr>
              <p:cNvSpPr/>
              <p:nvPr/>
            </p:nvSpPr>
            <p:spPr>
              <a:xfrm>
                <a:off x="694424" y="3868125"/>
                <a:ext cx="1877086" cy="2935682"/>
              </a:xfrm>
              <a:prstGeom prst="roundRect">
                <a:avLst>
                  <a:gd name="adj" fmla="val 2198"/>
                </a:avLst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Trapezoid 25">
                <a:extLst>
                  <a:ext uri="{FF2B5EF4-FFF2-40B4-BE49-F238E27FC236}">
                    <a16:creationId xmlns:a16="http://schemas.microsoft.com/office/drawing/2014/main" id="{6DA81C85-8206-41B3-8E9B-83E08A458F8F}"/>
                  </a:ext>
                </a:extLst>
              </p:cNvPr>
              <p:cNvSpPr/>
              <p:nvPr/>
            </p:nvSpPr>
            <p:spPr>
              <a:xfrm rot="10800000">
                <a:off x="741617" y="3675779"/>
                <a:ext cx="1767287" cy="498869"/>
              </a:xfrm>
              <a:prstGeom prst="trapezoid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rapezoid 25">
                <a:extLst>
                  <a:ext uri="{FF2B5EF4-FFF2-40B4-BE49-F238E27FC236}">
                    <a16:creationId xmlns:a16="http://schemas.microsoft.com/office/drawing/2014/main" id="{A4222EB3-9E94-48E4-AABC-0880E7EC391E}"/>
                  </a:ext>
                </a:extLst>
              </p:cNvPr>
              <p:cNvSpPr/>
              <p:nvPr/>
            </p:nvSpPr>
            <p:spPr>
              <a:xfrm rot="10800000">
                <a:off x="739943" y="3784632"/>
                <a:ext cx="1767287" cy="498869"/>
              </a:xfrm>
              <a:prstGeom prst="trapezoid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2E2B503-8882-4F61-AB3A-A743D6599FE6}"/>
                </a:ext>
              </a:extLst>
            </p:cNvPr>
            <p:cNvGrpSpPr/>
            <p:nvPr/>
          </p:nvGrpSpPr>
          <p:grpSpPr>
            <a:xfrm>
              <a:off x="9632878" y="3401627"/>
              <a:ext cx="1877086" cy="3128028"/>
              <a:chOff x="694424" y="3675779"/>
              <a:chExt cx="1877086" cy="312802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A92D072-CB41-4507-80B8-56597136AACB}"/>
                  </a:ext>
                </a:extLst>
              </p:cNvPr>
              <p:cNvSpPr/>
              <p:nvPr/>
            </p:nvSpPr>
            <p:spPr>
              <a:xfrm>
                <a:off x="694424" y="3868125"/>
                <a:ext cx="1877086" cy="2935682"/>
              </a:xfrm>
              <a:prstGeom prst="roundRect">
                <a:avLst>
                  <a:gd name="adj" fmla="val 3162"/>
                </a:avLst>
              </a:prstGeom>
              <a:solidFill>
                <a:schemeClr val="bg1"/>
              </a:solidFill>
              <a:ln w="38100">
                <a:solidFill>
                  <a:srgbClr val="EF8D4B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rapezoid 28">
                <a:extLst>
                  <a:ext uri="{FF2B5EF4-FFF2-40B4-BE49-F238E27FC236}">
                    <a16:creationId xmlns:a16="http://schemas.microsoft.com/office/drawing/2014/main" id="{4266B3FD-C96D-4B1E-9CA6-C89689A8CCF2}"/>
                  </a:ext>
                </a:extLst>
              </p:cNvPr>
              <p:cNvSpPr/>
              <p:nvPr/>
            </p:nvSpPr>
            <p:spPr>
              <a:xfrm rot="10800000">
                <a:off x="741617" y="3675779"/>
                <a:ext cx="1767287" cy="498869"/>
              </a:xfrm>
              <a:prstGeom prst="trapezoid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rapezoid 28">
                <a:extLst>
                  <a:ext uri="{FF2B5EF4-FFF2-40B4-BE49-F238E27FC236}">
                    <a16:creationId xmlns:a16="http://schemas.microsoft.com/office/drawing/2014/main" id="{B235081F-E3D6-4C15-BDF9-8B2E468636E4}"/>
                  </a:ext>
                </a:extLst>
              </p:cNvPr>
              <p:cNvSpPr/>
              <p:nvPr/>
            </p:nvSpPr>
            <p:spPr>
              <a:xfrm rot="10800000">
                <a:off x="739943" y="3784632"/>
                <a:ext cx="1767287" cy="498869"/>
              </a:xfrm>
              <a:prstGeom prst="trapezoid">
                <a:avLst/>
              </a:prstGeom>
              <a:solidFill>
                <a:srgbClr val="F19E65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6500FB0-F24D-4354-8B23-2BFA075C7A48}"/>
              </a:ext>
            </a:extLst>
          </p:cNvPr>
          <p:cNvSpPr/>
          <p:nvPr/>
        </p:nvSpPr>
        <p:spPr>
          <a:xfrm>
            <a:off x="10164509" y="2985682"/>
            <a:ext cx="95731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JO" sz="2600" dirty="0">
                <a:solidFill>
                  <a:srgbClr val="002060"/>
                </a:solidFill>
              </a:rPr>
              <a:t>الغريزة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1865ED-AFEC-4D40-96A6-49FF85E47098}"/>
              </a:ext>
            </a:extLst>
          </p:cNvPr>
          <p:cNvSpPr/>
          <p:nvPr/>
        </p:nvSpPr>
        <p:spPr>
          <a:xfrm>
            <a:off x="9873153" y="4006020"/>
            <a:ext cx="139653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JO" sz="2800" dirty="0">
                <a:solidFill>
                  <a:srgbClr val="002060"/>
                </a:solidFill>
              </a:rPr>
              <a:t>ممكن عقلاً</a:t>
            </a:r>
          </a:p>
          <a:p>
            <a:pPr algn="ctr"/>
            <a:r>
              <a:rPr lang="ar-JO" sz="2800" dirty="0">
                <a:solidFill>
                  <a:srgbClr val="002060"/>
                </a:solidFill>
              </a:rPr>
              <a:t>حس</a:t>
            </a:r>
          </a:p>
          <a:p>
            <a:pPr algn="ctr"/>
            <a:r>
              <a:rPr lang="ar-JO" sz="2800" dirty="0">
                <a:solidFill>
                  <a:srgbClr val="002060"/>
                </a:solidFill>
              </a:rPr>
              <a:t>خبر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5919F-EDE5-4CA9-AA9A-4AC9A4A0DA02}"/>
              </a:ext>
            </a:extLst>
          </p:cNvPr>
          <p:cNvSpPr/>
          <p:nvPr/>
        </p:nvSpPr>
        <p:spPr>
          <a:xfrm>
            <a:off x="7412217" y="3047351"/>
            <a:ext cx="17940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JO" sz="2400" dirty="0">
                <a:solidFill>
                  <a:srgbClr val="002060"/>
                </a:solidFill>
              </a:rPr>
              <a:t>العادات والتقاليد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952A33-15F6-422E-A9E5-FBD0406C44F7}"/>
              </a:ext>
            </a:extLst>
          </p:cNvPr>
          <p:cNvSpPr/>
          <p:nvPr/>
        </p:nvSpPr>
        <p:spPr>
          <a:xfrm>
            <a:off x="7641393" y="3975184"/>
            <a:ext cx="139653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JO" sz="2800" dirty="0">
                <a:solidFill>
                  <a:srgbClr val="002060"/>
                </a:solidFill>
              </a:rPr>
              <a:t>ممكن عقلاً</a:t>
            </a:r>
          </a:p>
          <a:p>
            <a:pPr algn="ctr"/>
            <a:r>
              <a:rPr lang="ar-JO" sz="2800" dirty="0">
                <a:solidFill>
                  <a:srgbClr val="002060"/>
                </a:solidFill>
              </a:rPr>
              <a:t>حس</a:t>
            </a:r>
          </a:p>
          <a:p>
            <a:pPr algn="ctr"/>
            <a:r>
              <a:rPr lang="ar-JO" sz="2800" dirty="0">
                <a:solidFill>
                  <a:srgbClr val="002060"/>
                </a:solidFill>
              </a:rPr>
              <a:t>خبر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92EDA3-119A-4431-8E2A-94D546F814DA}"/>
              </a:ext>
            </a:extLst>
          </p:cNvPr>
          <p:cNvSpPr/>
          <p:nvPr/>
        </p:nvSpPr>
        <p:spPr>
          <a:xfrm>
            <a:off x="4980654" y="3089752"/>
            <a:ext cx="21162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JO" sz="2400" dirty="0">
                <a:solidFill>
                  <a:srgbClr val="002060"/>
                </a:solidFill>
              </a:rPr>
              <a:t>الطباع الشخصية </a:t>
            </a:r>
          </a:p>
          <a:p>
            <a:pPr algn="ctr"/>
            <a:r>
              <a:rPr lang="ar-JO" sz="2400" dirty="0">
                <a:solidFill>
                  <a:srgbClr val="002060"/>
                </a:solidFill>
              </a:rPr>
              <a:t>(الجبليّة والمكتسبة)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8E50A25-4538-40D4-BDD4-1A059829FB86}"/>
              </a:ext>
            </a:extLst>
          </p:cNvPr>
          <p:cNvSpPr/>
          <p:nvPr/>
        </p:nvSpPr>
        <p:spPr>
          <a:xfrm>
            <a:off x="5467544" y="4113096"/>
            <a:ext cx="139653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JO" sz="2800" dirty="0">
                <a:solidFill>
                  <a:srgbClr val="002060"/>
                </a:solidFill>
              </a:rPr>
              <a:t>ممكن عقلاً</a:t>
            </a:r>
          </a:p>
          <a:p>
            <a:pPr algn="ctr"/>
            <a:r>
              <a:rPr lang="ar-JO" sz="2800" dirty="0">
                <a:solidFill>
                  <a:srgbClr val="002060"/>
                </a:solidFill>
              </a:rPr>
              <a:t>حس</a:t>
            </a:r>
          </a:p>
          <a:p>
            <a:pPr algn="ctr"/>
            <a:r>
              <a:rPr lang="ar-JO" sz="2800" dirty="0">
                <a:solidFill>
                  <a:srgbClr val="002060"/>
                </a:solidFill>
              </a:rPr>
              <a:t>خبر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85EC6D9-BF01-4403-9B40-C0FA45956260}"/>
              </a:ext>
            </a:extLst>
          </p:cNvPr>
          <p:cNvSpPr/>
          <p:nvPr/>
        </p:nvSpPr>
        <p:spPr>
          <a:xfrm>
            <a:off x="3043707" y="3009451"/>
            <a:ext cx="162576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JO" sz="2400" dirty="0">
                <a:solidFill>
                  <a:schemeClr val="bg1"/>
                </a:solidFill>
              </a:rPr>
              <a:t>علوم الملاحظة</a:t>
            </a:r>
          </a:p>
          <a:p>
            <a:pPr algn="ctr"/>
            <a:r>
              <a:rPr lang="ar-JO" sz="2400" dirty="0">
                <a:solidFill>
                  <a:schemeClr val="bg1"/>
                </a:solidFill>
              </a:rPr>
              <a:t> والتجريب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A62655-4355-4D47-98C2-29EDAB1AECA6}"/>
              </a:ext>
            </a:extLst>
          </p:cNvPr>
          <p:cNvSpPr/>
          <p:nvPr/>
        </p:nvSpPr>
        <p:spPr>
          <a:xfrm>
            <a:off x="2933627" y="5082592"/>
            <a:ext cx="187904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JO" sz="2400" dirty="0">
                <a:solidFill>
                  <a:schemeClr val="accent2">
                    <a:lumMod val="75000"/>
                  </a:schemeClr>
                </a:solidFill>
              </a:rPr>
              <a:t>(برتبه </a:t>
            </a:r>
          </a:p>
          <a:p>
            <a:pPr algn="ctr"/>
            <a:r>
              <a:rPr lang="ar-JO" sz="2400" dirty="0">
                <a:solidFill>
                  <a:schemeClr val="accent2">
                    <a:lumMod val="75000"/>
                  </a:schemeClr>
                </a:solidFill>
              </a:rPr>
              <a:t>ويندر فيه القطع)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572883A-7ADD-42A4-9777-BF6B5571DA12}"/>
              </a:ext>
            </a:extLst>
          </p:cNvPr>
          <p:cNvSpPr/>
          <p:nvPr/>
        </p:nvSpPr>
        <p:spPr>
          <a:xfrm>
            <a:off x="3184910" y="3786959"/>
            <a:ext cx="139653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JO" sz="2800" dirty="0">
                <a:solidFill>
                  <a:srgbClr val="002060"/>
                </a:solidFill>
              </a:rPr>
              <a:t>ممكن عقلاً</a:t>
            </a:r>
          </a:p>
          <a:p>
            <a:pPr algn="ctr"/>
            <a:r>
              <a:rPr lang="ar-JO" sz="2800" dirty="0">
                <a:solidFill>
                  <a:srgbClr val="002060"/>
                </a:solidFill>
              </a:rPr>
              <a:t>حس</a:t>
            </a:r>
          </a:p>
          <a:p>
            <a:pPr algn="ctr"/>
            <a:r>
              <a:rPr lang="ar-JO" sz="2800" dirty="0">
                <a:solidFill>
                  <a:srgbClr val="002060"/>
                </a:solidFill>
              </a:rPr>
              <a:t>خبر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B6B3DA1-EDA5-42A6-9CBD-8C1C4A090BF1}"/>
              </a:ext>
            </a:extLst>
          </p:cNvPr>
          <p:cNvSpPr/>
          <p:nvPr/>
        </p:nvSpPr>
        <p:spPr>
          <a:xfrm>
            <a:off x="1170937" y="2945174"/>
            <a:ext cx="8899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JO" sz="2800" dirty="0">
                <a:solidFill>
                  <a:schemeClr val="bg1"/>
                </a:solidFill>
              </a:rPr>
              <a:t>الوحي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7D6D25-AC6B-47DD-9B18-1E36B80570DF}"/>
              </a:ext>
            </a:extLst>
          </p:cNvPr>
          <p:cNvSpPr/>
          <p:nvPr/>
        </p:nvSpPr>
        <p:spPr>
          <a:xfrm>
            <a:off x="-1458466" y="359395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ar-JO" sz="2400" dirty="0">
                <a:solidFill>
                  <a:srgbClr val="002060"/>
                </a:solidFill>
              </a:rPr>
              <a:t>ممكن عقلا</a:t>
            </a:r>
          </a:p>
          <a:p>
            <a:pPr algn="ctr"/>
            <a:r>
              <a:rPr lang="ar-JO" sz="2400" dirty="0">
                <a:solidFill>
                  <a:srgbClr val="002060"/>
                </a:solidFill>
              </a:rPr>
              <a:t> خبر صادق</a:t>
            </a:r>
          </a:p>
          <a:p>
            <a:pPr algn="ctr"/>
            <a:r>
              <a:rPr lang="ar-JO" sz="2400" dirty="0">
                <a:solidFill>
                  <a:srgbClr val="002060"/>
                </a:solidFill>
              </a:rPr>
              <a:t>  " برتبه القطعيّة والظنيّة " </a:t>
            </a:r>
          </a:p>
          <a:p>
            <a:pPr algn="ctr"/>
            <a:r>
              <a:rPr lang="ar-JO" sz="2400" dirty="0">
                <a:solidFill>
                  <a:srgbClr val="002060"/>
                </a:solidFill>
              </a:rPr>
              <a:t>+ إنزاله على الواقع</a:t>
            </a:r>
          </a:p>
          <a:p>
            <a:pPr algn="ctr"/>
            <a:r>
              <a:rPr lang="ar-JO" sz="2400" dirty="0">
                <a:solidFill>
                  <a:srgbClr val="002060"/>
                </a:solidFill>
              </a:rPr>
              <a:t> يحتاج لملاحظة منضبطة</a:t>
            </a:r>
          </a:p>
          <a:p>
            <a:pPr algn="ctr"/>
            <a:r>
              <a:rPr lang="ar-JO" sz="2400" dirty="0">
                <a:solidFill>
                  <a:srgbClr val="002060"/>
                </a:solidFill>
              </a:rPr>
              <a:t> " حس + خبر " </a:t>
            </a:r>
          </a:p>
        </p:txBody>
      </p:sp>
    </p:spTree>
    <p:extLst>
      <p:ext uri="{BB962C8B-B14F-4D97-AF65-F5344CB8AC3E}">
        <p14:creationId xmlns:p14="http://schemas.microsoft.com/office/powerpoint/2010/main" val="1163231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19C76AD-BC00-4ECA-A8EA-FB26159D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" y="-2031"/>
            <a:ext cx="12192000" cy="68600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BF433-C0CF-4110-A390-5F1B5AE7B75F}"/>
              </a:ext>
            </a:extLst>
          </p:cNvPr>
          <p:cNvSpPr/>
          <p:nvPr/>
        </p:nvSpPr>
        <p:spPr>
          <a:xfrm>
            <a:off x="11734800" y="824750"/>
            <a:ext cx="457200" cy="5038165"/>
          </a:xfrm>
          <a:prstGeom prst="roundRect">
            <a:avLst/>
          </a:prstGeom>
          <a:solidFill>
            <a:srgbClr val="007471"/>
          </a:solidFill>
          <a:ln>
            <a:solidFill>
              <a:srgbClr val="F3A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6B5C5-1AA4-4BE3-A1EB-F8D414DF673A}"/>
              </a:ext>
            </a:extLst>
          </p:cNvPr>
          <p:cNvSpPr txBox="1"/>
          <p:nvPr/>
        </p:nvSpPr>
        <p:spPr>
          <a:xfrm>
            <a:off x="11702570" y="591675"/>
            <a:ext cx="492443" cy="5710517"/>
          </a:xfrm>
          <a:prstGeom prst="rect">
            <a:avLst/>
          </a:prstGeom>
          <a:noFill/>
        </p:spPr>
        <p:txBody>
          <a:bodyPr vert="vert270" wrap="square" rtlCol="1">
            <a:spAutoFit/>
          </a:bodyPr>
          <a:lstStyle/>
          <a:p>
            <a:pPr algn="ctr"/>
            <a:r>
              <a:rPr lang="ar-JO" sz="2000" dirty="0">
                <a:solidFill>
                  <a:schemeClr val="bg1"/>
                </a:solidFill>
              </a:rPr>
              <a:t>دبلوم المربي الواعي – المحطة الأولى – التفكير السليم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577C8-0C4B-415A-A8D2-63EE3EB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0" y="5572560"/>
            <a:ext cx="1057834" cy="1057834"/>
          </a:xfrm>
          <a:prstGeom prst="ellipse">
            <a:avLst/>
          </a:prstGeom>
          <a:ln w="76200"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68" name="Title 1">
            <a:extLst>
              <a:ext uri="{FF2B5EF4-FFF2-40B4-BE49-F238E27FC236}">
                <a16:creationId xmlns:a16="http://schemas.microsoft.com/office/drawing/2014/main" id="{91C1644B-2DA5-420D-B63D-138B9758ABA4}"/>
              </a:ext>
            </a:extLst>
          </p:cNvPr>
          <p:cNvSpPr txBox="1">
            <a:spLocks/>
          </p:cNvSpPr>
          <p:nvPr/>
        </p:nvSpPr>
        <p:spPr>
          <a:xfrm>
            <a:off x="803270" y="565268"/>
            <a:ext cx="9797831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noProof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995D5-8742-4A72-87D7-9A380385BA4A}"/>
              </a:ext>
            </a:extLst>
          </p:cNvPr>
          <p:cNvSpPr/>
          <p:nvPr/>
        </p:nvSpPr>
        <p:spPr>
          <a:xfrm>
            <a:off x="7468157" y="2754263"/>
            <a:ext cx="4565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 rtl="1"/>
            <a:endParaRPr lang="en-US" sz="2000" noProof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2DB4AB21-53AC-48A9-ADF4-81279295B4A3}"/>
              </a:ext>
            </a:extLst>
          </p:cNvPr>
          <p:cNvSpPr/>
          <p:nvPr/>
        </p:nvSpPr>
        <p:spPr>
          <a:xfrm>
            <a:off x="1201270" y="2719313"/>
            <a:ext cx="9789459" cy="1419374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rgbClr val="E3E4EB"/>
              </a:gs>
              <a:gs pos="100000">
                <a:srgbClr val="E3E4EB">
                  <a:lumMod val="30000"/>
                  <a:lumOff val="70000"/>
                </a:srgbClr>
              </a:gs>
            </a:gsLst>
            <a:lin ang="2700000" scaled="0"/>
          </a:gradFill>
          <a:ln w="25400" cap="flat" cmpd="sng" algn="ctr">
            <a:noFill/>
            <a:prstDash val="solid"/>
          </a:ln>
          <a:effectLst>
            <a:innerShdw blurRad="254000" dist="190500" dir="13500000">
              <a:srgbClr val="9899B0">
                <a:alpha val="40000"/>
              </a:srgbClr>
            </a:innerShdw>
          </a:effectLst>
        </p:spPr>
        <p:txBody>
          <a:bodyPr rtlCol="0" anchor="ctr"/>
          <a:lstStyle/>
          <a:p>
            <a:pPr algn="ctr" rtl="1"/>
            <a:r>
              <a:rPr lang="ar-JO" sz="4800" dirty="0">
                <a:solidFill>
                  <a:srgbClr val="002060"/>
                </a:solidFill>
              </a:rPr>
              <a:t>شكرًا لحسن استماعكم</a:t>
            </a:r>
            <a:endParaRPr lang="en-US" sz="4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706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17144</TotalTime>
  <Words>692</Words>
  <Application>Microsoft Office PowerPoint</Application>
  <PresentationFormat>Widescreen</PresentationFormat>
  <Paragraphs>155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ماهية النفس</vt:lpstr>
      <vt:lpstr>الروح بالمعنى النفسي في النصوص</vt:lpstr>
      <vt:lpstr>PowerPoint Presentation</vt:lpstr>
      <vt:lpstr>كيف نفكّر 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RUBA</dc:creator>
  <cp:lastModifiedBy>alanafs almutmaneh</cp:lastModifiedBy>
  <cp:revision>256</cp:revision>
  <dcterms:created xsi:type="dcterms:W3CDTF">2024-09-05T05:17:02Z</dcterms:created>
  <dcterms:modified xsi:type="dcterms:W3CDTF">2024-12-11T06:27:00Z</dcterms:modified>
</cp:coreProperties>
</file>